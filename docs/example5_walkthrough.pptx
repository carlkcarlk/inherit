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an </a:t>
            </a:r>
            <a:r>
              <a:rPr sz="1600">
                <a:solidFill>
                  <a:srgbClr val="FFFFFF"/>
                </a:solidFill>
                <a:latin typeface="Consolas"/>
              </a:rPr>
              <a:t>HtmlBuffer</a:t>
            </a:r>
            <a:r>
              <a:rPr sz="1600">
                <a:solidFill>
                  <a:srgbClr val="E6E6E6"/>
                </a:solidFill>
                <a:latin typeface="Aptos"/>
              </a:rPr>
              <a:t> to feel like a string for everyday method calls, while still being its own distinct type. Note that </a:t>
            </a:r>
            <a:r>
              <a:rPr sz="1600">
                <a:solidFill>
                  <a:srgbClr val="FFFFFF"/>
                </a:solidFill>
                <a:latin typeface="Consolas"/>
              </a:rPr>
              <a:t>String</a:t>
            </a:r>
            <a:r>
              <a:rPr sz="1600">
                <a:solidFill>
                  <a:srgbClr val="E6E6E6"/>
                </a:solidFill>
                <a:latin typeface="Aptos"/>
              </a:rPr>
              <a:t> is a concrete type with storage, not just an interface/trait/abstract base class.</a:t>
            </a:r>
          </a:p>
        </p:txBody>
      </p:sp>
      <p:pic>
        <p:nvPicPr>
          <p:cNvPr id="6" name="Picture 5" descr="5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213" y="1691640"/>
            <a:ext cx="233137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ops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Deref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DerefMut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HtmlBuffer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type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deref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deref_mut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deref lookup.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`push_str` and `len` are String methods found via deref lookup.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push_str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&lt;h1&gt;Hello&lt;/h1&gt;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push_str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&lt;p&gt;Rust&lt;/p&gt;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25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Borrow the thing `page` points to and compare.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&lt;h1&gt;Hello&lt;/h1&gt;&lt;p&gt;Rust&lt;/p&gt;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Good for `Box`, `Rc`, etc., but not really good here.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Also see AsRef, From, and Borrow traits.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