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021" autoAdjust="0"/>
    <p:restoredTop sz="94660"/>
  </p:normalViewPr>
  <p:slideViewPr>
    <p:cSldViewPr snapToGrid="0">
      <p:cViewPr varScale="1">
        <p:scale>
          <a:sx n="64" d="100"/>
          <a:sy n="64" d="100"/>
        </p:scale>
        <p:origin x="1044" y="6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slide" Target="slides/slide2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474F2C1-7887-3BC7-C7F4-32CB6153D0C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CC3A5F9-1EC2-9DB8-718D-5B6FE1E1E40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91F8985-A9D0-3657-335C-5C7CC12BACC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58E3C9-D613-4CEE-BBBF-192C1F40DF69}" type="datetimeFigureOut">
              <a:rPr lang="en-US" smtClean="0"/>
              <a:t>5/19/2026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7366855-5618-7D5E-2954-0D9AA5B14C9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C8709C9-CFC6-4A2F-C297-6FC47C3D4FE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E2A570-D620-4D74-B044-28AC27C0527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357925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36858ED-4B9D-E3D4-1CBE-0A9A01F76C9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C408EE8-7FA3-326F-FA4B-F5B01DFD55C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10C277E-D431-2441-2DD3-C4CD311813E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58E3C9-D613-4CEE-BBBF-192C1F40DF69}" type="datetimeFigureOut">
              <a:rPr lang="en-US" smtClean="0"/>
              <a:t>5/19/2026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3360D07-1C8E-D2D9-533C-B4C6BE261E5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B72F3D4-BF7F-4570-63A6-06207A7746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E2A570-D620-4D74-B044-28AC27C0527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6989477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E210E2A-7ADF-7300-63E9-DA6B300C2C2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C7C78D4-901D-9AB8-91C6-B78DA7F6CF2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B3782B7-C015-EB01-00B0-B38ABA0E9F1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58E3C9-D613-4CEE-BBBF-192C1F40DF69}" type="datetimeFigureOut">
              <a:rPr lang="en-US" smtClean="0"/>
              <a:t>5/19/2026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4B27D0D-7D2D-D754-46F2-0D39732C1F8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1442E20-DA12-B9A8-3092-7FC37667BD8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E2A570-D620-4D74-B044-28AC27C0527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6631226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ED8C1C9-70D1-A3C3-21BF-AF3C7079F89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4ECB427-459D-4E82-E333-B809ADB13A6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9A884C1-F6AD-9078-95A8-5DEA93B864E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453748A-5E70-EB15-C881-B148C666422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58E3C9-D613-4CEE-BBBF-192C1F40DF69}" type="datetimeFigureOut">
              <a:rPr lang="en-US" smtClean="0"/>
              <a:t>5/19/2026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A9098AE-2F11-2680-53F6-2E3F10F8711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36EAC18-E39B-B95C-BA8F-542281604BF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E2A570-D620-4D74-B044-28AC27C0527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5119799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1DFF583-AD01-B42D-73AD-E3C80BB8826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02096EC-67B8-4DF4-3DEA-2CE2054C7BE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56F6B32-B0CC-3476-7DA8-3D0A4E2E16F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4B46F9A9-5833-AC94-5D9D-74B55090CE4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9D802853-5DB8-1173-8EB9-09BA6197FC4E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FF181E33-ED2A-E2F6-9B79-3446EE55A61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58E3C9-D613-4CEE-BBBF-192C1F40DF69}" type="datetimeFigureOut">
              <a:rPr lang="en-US" smtClean="0"/>
              <a:t>5/19/2026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95F953E6-6F86-63AD-6AE8-5726BFC4B71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98D55A4A-FF60-44DD-8D80-58F729D2490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E2A570-D620-4D74-B044-28AC27C0527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4229268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F73D076-1828-0798-66D4-CF7FA1CFED5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F80DE68A-C2EB-0EFC-C943-C955B102779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58E3C9-D613-4CEE-BBBF-192C1F40DF69}" type="datetimeFigureOut">
              <a:rPr lang="en-US" smtClean="0"/>
              <a:t>5/19/2026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22051DB-131D-9184-EE2D-CDE9F30AC2F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FDF9358-1991-EC27-DAD3-9E74CA43D34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E2A570-D620-4D74-B044-28AC27C0527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3704638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55EE5EDE-7822-A6EB-3E16-42BEE79DB86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58E3C9-D613-4CEE-BBBF-192C1F40DF69}" type="datetimeFigureOut">
              <a:rPr lang="en-US" smtClean="0"/>
              <a:t>5/19/2026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EC5733FA-80FB-5EFB-195C-5414A06F82E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1DC0628-A297-40C7-1E37-CEC58AACAA6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E2A570-D620-4D74-B044-28AC27C0527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4131536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FF1FDBD-2714-B5D4-12AE-033F1E12D72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0402837-657E-A0AA-46AC-98CE248EE5E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D8F37E0-BA60-3066-9983-268F5B8E486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64550EC-E6FC-9972-9F04-333EEC9DF07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58E3C9-D613-4CEE-BBBF-192C1F40DF69}" type="datetimeFigureOut">
              <a:rPr lang="en-US" smtClean="0"/>
              <a:t>5/19/2026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445BC65-0E2E-4869-E23F-DC99CA278F3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EE08B81-651F-1EBA-528C-DD239A6E2F8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E2A570-D620-4D74-B044-28AC27C0527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1454161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57C46BD-EFA1-F408-2727-CB344B0DC43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358BE7E6-9F35-080E-B0C3-73A1047AC97C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689F201-7F37-C293-079B-7BC741C7054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AE27F25-F0ED-5E33-8758-B5193FCC1D7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58E3C9-D613-4CEE-BBBF-192C1F40DF69}" type="datetimeFigureOut">
              <a:rPr lang="en-US" smtClean="0"/>
              <a:t>5/19/2026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F9D4B15-3A09-B570-6A72-5FAA66A8B1F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3105491-6FD0-0237-46C0-CE41EBC66F8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E2A570-D620-4D74-B044-28AC27C0527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4425579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7DF5F14-1B27-149D-93B5-F794DA3C550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23D1B88B-9CCD-C404-3F49-6567CFAFE82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9408553-D20A-F470-6E4C-6A89C3745A7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58E3C9-D613-4CEE-BBBF-192C1F40DF69}" type="datetimeFigureOut">
              <a:rPr lang="en-US" smtClean="0"/>
              <a:t>5/19/2026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561000E-9984-9798-CCCA-CFC79097049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E87A446-E51D-DE13-D15A-9C6379B984A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E2A570-D620-4D74-B044-28AC27C0527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3191723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A2B13328-43CA-A971-E75B-4CF33B678F95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27D1269-180F-1A6A-3115-C26E61C34B9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D3A83CE-9E5E-DD36-F216-390F504E4C4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58E3C9-D613-4CEE-BBBF-192C1F40DF69}" type="datetimeFigureOut">
              <a:rPr lang="en-US" smtClean="0"/>
              <a:t>5/19/2026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261014F-095A-AEC3-249E-B6BEFDA4340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60B8320-2036-9CE8-E11A-A810B397241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E2A570-D620-4D74-B044-28AC27C0527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6269273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89471283-4A4B-7FED-6203-7744F7FF96A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FAC1CCC-B4A0-2120-6215-2F796F54F16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DC3A461-D397-08F3-4616-1A522ED919D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558E3C9-D613-4CEE-BBBF-192C1F40DF69}" type="datetimeFigureOut">
              <a:rPr lang="en-US" smtClean="0"/>
              <a:t>5/19/2026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C677881-B858-E4D3-FE56-8B7B806491A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D163F01-F0CD-6ADE-8AEF-970B0F4FDDD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BE2A570-D620-4D74-B044-28AC27C0527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4117460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71C8CDA-0A94-52A6-B5BF-5E6FE93DACE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10363200" cy="2387600"/>
          </a:xfrm>
        </p:spPr>
        <p:txBody>
          <a:bodyPr>
            <a:normAutofit fontScale="90000"/>
          </a:bodyPr>
          <a:lstStyle/>
          <a:p>
            <a:r>
              <a:rPr lang="en-US" dirty="0"/>
              <a:t>Nine Ways to do Inheritance in Rust,</a:t>
            </a:r>
            <a:br>
              <a:rPr lang="en-US" dirty="0"/>
            </a:br>
            <a:r>
              <a:rPr lang="en-US" dirty="0"/>
              <a:t>a Language without Inheritance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3DACCAE-E40C-0B05-154A-6C2C8FC90DE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5876143"/>
            <a:ext cx="9144000" cy="565879"/>
          </a:xfrm>
        </p:spPr>
        <p:txBody>
          <a:bodyPr/>
          <a:lstStyle/>
          <a:p>
            <a:r>
              <a:rPr lang="en-US" dirty="0">
                <a:solidFill>
                  <a:schemeClr val="bg1">
                    <a:lumMod val="50000"/>
                  </a:schemeClr>
                </a:solidFill>
              </a:rPr>
              <a:t>Carl Kadie · github.com/</a:t>
            </a:r>
            <a:r>
              <a:rPr lang="en-US" dirty="0" err="1">
                <a:solidFill>
                  <a:schemeClr val="bg1">
                    <a:lumMod val="50000"/>
                  </a:schemeClr>
                </a:solidFill>
              </a:rPr>
              <a:t>CarlKCarlK</a:t>
            </a:r>
            <a:r>
              <a:rPr lang="en-US">
                <a:solidFill>
                  <a:schemeClr val="bg1">
                    <a:lumMod val="50000"/>
                  </a:schemeClr>
                </a:solidFill>
              </a:rPr>
              <a:t>/inherit</a:t>
            </a:r>
            <a:endParaRPr lang="en-US" dirty="0">
              <a:solidFill>
                <a:schemeClr val="bg1">
                  <a:lumMod val="50000"/>
                </a:schemeClr>
              </a:solidFill>
            </a:endParaRP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4271833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2C61BC1-F091-430C-6359-552E573742C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/>
              <a:t>Introduction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1CBE78B-2493-C37F-4EB5-71E816AF693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Rust has </a:t>
            </a:r>
            <a:r>
              <a:rPr lang="en-US" b="1" dirty="0"/>
              <a:t>objects</a:t>
            </a:r>
            <a:r>
              <a:rPr lang="en-US" dirty="0"/>
              <a:t>, but not class </a:t>
            </a:r>
            <a:r>
              <a:rPr lang="en-US" b="1" dirty="0"/>
              <a:t>inheritance</a:t>
            </a:r>
          </a:p>
          <a:p>
            <a:r>
              <a:rPr lang="en-US" dirty="0"/>
              <a:t>Defining “object-oriented” is controversial</a:t>
            </a:r>
          </a:p>
          <a:p>
            <a:pPr lvl="1"/>
            <a:r>
              <a:rPr lang="en-US" dirty="0"/>
              <a:t>Skip that debate</a:t>
            </a:r>
          </a:p>
          <a:p>
            <a:pPr lvl="1"/>
            <a:r>
              <a:rPr lang="en-US" dirty="0"/>
              <a:t>How do we share behavior across related types?</a:t>
            </a:r>
          </a:p>
          <a:p>
            <a:r>
              <a:rPr lang="en-US" dirty="0"/>
              <a:t>Credentials: C++, C#, Python*, Smalltalk</a:t>
            </a:r>
          </a:p>
          <a:p>
            <a:r>
              <a:rPr lang="en-US" dirty="0"/>
              <a:t>Format: 9 puzzles &amp; Rust solutions</a:t>
            </a:r>
          </a:p>
          <a:p>
            <a:pPr lvl="1"/>
            <a:r>
              <a:rPr lang="en-US" dirty="0"/>
              <a:t>inspired by real code</a:t>
            </a:r>
          </a:p>
          <a:p>
            <a:pPr lvl="1"/>
            <a:r>
              <a:rPr lang="en-US" dirty="0"/>
              <a:t>discussion welcome</a:t>
            </a:r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03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51</TotalTime>
  <Words>72</Words>
  <Application>Microsoft Office PowerPoint</Application>
  <PresentationFormat>Widescreen</PresentationFormat>
  <Paragraphs>11</Paragraphs>
  <Slides>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6" baseType="lpstr">
      <vt:lpstr>Aptos</vt:lpstr>
      <vt:lpstr>Aptos Display</vt:lpstr>
      <vt:lpstr>Arial</vt:lpstr>
      <vt:lpstr>Office Theme</vt:lpstr>
      <vt:lpstr>Nine Ways to do Inheritance in Rust, a Language without Inheritance</vt:lpstr>
      <vt:lpstr>Introduction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Carl K</dc:creator>
  <cp:lastModifiedBy>Carl K</cp:lastModifiedBy>
  <cp:revision>3</cp:revision>
  <dcterms:created xsi:type="dcterms:W3CDTF">2026-05-19T15:36:32Z</dcterms:created>
  <dcterms:modified xsi:type="dcterms:W3CDTF">2026-05-19T16:28:25Z</dcterms:modified>
</cp:coreProperties>
</file>