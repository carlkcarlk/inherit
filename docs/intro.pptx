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64" d="100"/>
          <a:sy n="64" d="100"/>
        </p:scale>
        <p:origin x="104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4F2C1-7887-3BC7-C7F4-32CB6153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C3A5F9-1EC2-9DB8-718D-5B6FE1E1E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F8985-A9D0-3657-335C-5C7CC12B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66855-5618-7D5E-2954-0D9AA5B14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709C9-CFC6-4A2F-C297-6FC47C3D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9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58ED-4B9D-E3D4-1CBE-0A9A01F7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08EE8-7FA3-326F-FA4B-F5B01DFD5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C277E-D431-2441-2DD3-C4CD31181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60D07-1C8E-D2D9-533C-B4C6BE26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2F3D4-BF7F-4570-63A6-06207A774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894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0E2A-7ADF-7300-63E9-DA6B300C2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C78D4-901D-9AB8-91C6-B78DA7F6C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782B7-C015-EB01-00B0-B38ABA0E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7D0D-7D2D-D754-46F2-0D39732C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42E20-DA12-B9A8-3092-7FC37667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31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C1C9-70D1-A3C3-21BF-AF3C7079F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CB427-459D-4E82-E333-B809ADB1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884C1-F6AD-9078-95A8-5DEA93B86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3748A-5E70-EB15-C881-B148C6664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098AE-2F11-2680-53F6-2E3F10F87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6EAC18-E39B-B95C-BA8F-54228160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97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FF583-AD01-B42D-73AD-E3C80BB8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2096EC-67B8-4DF4-3DEA-2CE2054C7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F6B32-B0CC-3476-7DA8-3D0A4E2E16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46F9A9-5833-AC94-5D9D-74B55090C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02853-5DB8-1173-8EB9-09BA6197FC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81E33-ED2A-E2F6-9B79-3446EE55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F953E6-6F86-63AD-6AE8-5726BFC4B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55A4A-FF60-44DD-8D80-58F729D2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92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D076-1828-0798-66D4-CF7FA1CFE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0DE68A-C2EB-0EFC-C943-C955B1027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051DB-131D-9184-EE2D-CDE9F30A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DF9358-1991-EC27-DAD3-9E74CA43D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46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EE5EDE-7822-A6EB-3E16-42BEE79D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5733FA-80FB-5EFB-195C-5414A06F8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C0628-A297-40C7-1E37-CEC58AACA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15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FDBD-2714-B5D4-12AE-033F1E12D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02837-657E-A0AA-46AC-98CE248EE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F37E0-BA60-3066-9983-268F5B8E4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550EC-E6FC-9972-9F04-333EEC9D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45BC65-0E2E-4869-E23F-DC99CA278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08B81-651F-1EBA-528C-DD239A6E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541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46BD-EFA1-F408-2727-CB344B0DC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BE7E6-9F35-080E-B0C3-73A1047AC9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9F201-7F37-C293-079B-7BC741C70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27F25-F0ED-5E33-8758-B5193FCC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D4B15-3A09-B570-6A72-5FAA66A8B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05491-6FD0-0237-46C0-CE41EBC66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55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F5F14-1B27-149D-93B5-F794DA3C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1B88B-9CCD-C404-3F49-6567CFAFE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08553-D20A-F470-6E4C-6A89C3745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1000E-9984-9798-CCCA-CFC790970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7A446-E51D-DE13-D15A-9C6379B98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17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B13328-43CA-A971-E75B-4CF33B678F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7D1269-180F-1A6A-3115-C26E61C34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A83CE-9E5E-DD36-F216-390F504E4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1014F-095A-AEC3-249E-B6BEFDA4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B8320-2036-9CE8-E11A-A810B397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92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471283-4A4B-7FED-6203-7744F7FF9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C1CCC-B4A0-2120-6215-2F796F54F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3A461-D397-08F3-4616-1A522ED91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8E3C9-D613-4CEE-BBBF-192C1F40DF69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77881-B858-E4D3-FE56-8B7B80649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63F01-F0CD-6ADE-8AEF-970B0F4FD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74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C8CDA-0A94-52A6-B5BF-5E6FE93DAC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Nine Ways to Inherit in Rust</a:t>
            </a:r>
            <a:br>
              <a:rPr lang="en-US" dirty="0"/>
            </a:br>
            <a:r>
              <a:rPr lang="en-US" dirty="0"/>
              <a:t>a Language without 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ACCAE-E40C-0B05-154A-6C2C8FC90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76143"/>
            <a:ext cx="9144000" cy="565879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Carl Kadie · github.com/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CarlKCarlK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/rust-inherit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71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61BC1-F091-430C-6359-552E57374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E78B-2493-C37F-4EB5-71E816AF6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 has </a:t>
            </a:r>
            <a:r>
              <a:rPr lang="en-US" b="1" dirty="0"/>
              <a:t>objects</a:t>
            </a:r>
            <a:r>
              <a:rPr lang="en-US" dirty="0"/>
              <a:t>, but not class </a:t>
            </a:r>
            <a:r>
              <a:rPr lang="en-US" b="1" dirty="0"/>
              <a:t>inheritance</a:t>
            </a:r>
          </a:p>
          <a:p>
            <a:r>
              <a:rPr lang="en-US" dirty="0"/>
              <a:t>Defining “object-oriented” is controversial</a:t>
            </a:r>
          </a:p>
          <a:p>
            <a:pPr lvl="1"/>
            <a:r>
              <a:rPr lang="en-US" dirty="0"/>
              <a:t>Skip that debate</a:t>
            </a:r>
          </a:p>
          <a:p>
            <a:pPr lvl="1"/>
            <a:r>
              <a:rPr lang="en-US" dirty="0"/>
              <a:t>How do we share behavior across related types?</a:t>
            </a:r>
          </a:p>
          <a:p>
            <a:r>
              <a:rPr lang="en-US" dirty="0"/>
              <a:t>Credentials: C++, C#, Python*, Smalltalk</a:t>
            </a:r>
          </a:p>
          <a:p>
            <a:r>
              <a:rPr lang="en-US" dirty="0"/>
              <a:t>Format: 9 puzzles &amp; Rust solutions</a:t>
            </a:r>
          </a:p>
          <a:p>
            <a:pPr lvl="1"/>
            <a:r>
              <a:rPr lang="en-US" dirty="0"/>
              <a:t>inspired by real code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Nine Ways to Inherit in Rust a Language without Inheritance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 K</dc:creator>
  <cp:lastModifiedBy>Carl K</cp:lastModifiedBy>
  <cp:revision>1</cp:revision>
  <dcterms:created xsi:type="dcterms:W3CDTF">2026-05-19T15:36:32Z</dcterms:created>
  <dcterms:modified xsi:type="dcterms:W3CDTF">2026-05-19T15:38:48Z</dcterms:modified>
</cp:coreProperties>
</file>