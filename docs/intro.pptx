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BDD7871-7EB2-4343-AF06-E1A496A91DA3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1944C90-BC8E-4F65-ACC5-D36AB518C45B}">
      <dgm:prSet/>
      <dgm:spPr/>
      <dgm:t>
        <a:bodyPr/>
        <a:lstStyle/>
        <a:p>
          <a:r>
            <a:rPr lang="en-US"/>
            <a:t>In class-based OO, a subtype can inherit:</a:t>
          </a:r>
        </a:p>
      </dgm:t>
    </dgm:pt>
    <dgm:pt modelId="{F17A0F34-221A-486B-B040-14440CD4149D}" type="parTrans" cxnId="{A29B3F1E-94DD-4083-93F7-AB679B959C78}">
      <dgm:prSet/>
      <dgm:spPr/>
      <dgm:t>
        <a:bodyPr/>
        <a:lstStyle/>
        <a:p>
          <a:endParaRPr lang="en-US"/>
        </a:p>
      </dgm:t>
    </dgm:pt>
    <dgm:pt modelId="{85D42ABE-472E-4FAF-8028-743E6E8A6770}" type="sibTrans" cxnId="{A29B3F1E-94DD-4083-93F7-AB679B959C78}">
      <dgm:prSet/>
      <dgm:spPr/>
      <dgm:t>
        <a:bodyPr/>
        <a:lstStyle/>
        <a:p>
          <a:endParaRPr lang="en-US"/>
        </a:p>
      </dgm:t>
    </dgm:pt>
    <dgm:pt modelId="{656F0765-A834-4E31-9FF9-78128E990E99}">
      <dgm:prSet/>
      <dgm:spPr/>
      <dgm:t>
        <a:bodyPr/>
        <a:lstStyle/>
        <a:p>
          <a:r>
            <a:rPr lang="en-US" dirty="0"/>
            <a:t>an interface</a:t>
          </a:r>
        </a:p>
      </dgm:t>
    </dgm:pt>
    <dgm:pt modelId="{7D2960B8-31AD-4CC9-BA28-DDE68958901D}" type="parTrans" cxnId="{69CBCFCF-D91B-4D65-9C2E-2C1C9151A55D}">
      <dgm:prSet/>
      <dgm:spPr/>
      <dgm:t>
        <a:bodyPr/>
        <a:lstStyle/>
        <a:p>
          <a:endParaRPr lang="en-US"/>
        </a:p>
      </dgm:t>
    </dgm:pt>
    <dgm:pt modelId="{3280C243-44DA-475D-B225-F525D812AF4B}" type="sibTrans" cxnId="{69CBCFCF-D91B-4D65-9C2E-2C1C9151A55D}">
      <dgm:prSet/>
      <dgm:spPr/>
      <dgm:t>
        <a:bodyPr/>
        <a:lstStyle/>
        <a:p>
          <a:endParaRPr lang="en-US"/>
        </a:p>
      </dgm:t>
    </dgm:pt>
    <dgm:pt modelId="{E92E434C-C423-4B91-A47D-9C880ED6431A}">
      <dgm:prSet/>
      <dgm:spPr/>
      <dgm:t>
        <a:bodyPr/>
        <a:lstStyle/>
        <a:p>
          <a:r>
            <a:rPr lang="en-US" dirty="0"/>
            <a:t>method implementations</a:t>
          </a:r>
        </a:p>
      </dgm:t>
    </dgm:pt>
    <dgm:pt modelId="{BCA5444F-6B34-4FB0-BE43-F02E1A8B6796}" type="parTrans" cxnId="{8E2FDF84-E937-4FF8-ADC4-A2ACA163F57C}">
      <dgm:prSet/>
      <dgm:spPr/>
      <dgm:t>
        <a:bodyPr/>
        <a:lstStyle/>
        <a:p>
          <a:endParaRPr lang="en-US"/>
        </a:p>
      </dgm:t>
    </dgm:pt>
    <dgm:pt modelId="{F4F0D00F-F2F2-4B5E-BB24-CF3C6A2493C1}" type="sibTrans" cxnId="{8E2FDF84-E937-4FF8-ADC4-A2ACA163F57C}">
      <dgm:prSet/>
      <dgm:spPr/>
      <dgm:t>
        <a:bodyPr/>
        <a:lstStyle/>
        <a:p>
          <a:endParaRPr lang="en-US"/>
        </a:p>
      </dgm:t>
    </dgm:pt>
    <dgm:pt modelId="{B9FA7985-BB6E-4980-A68C-74B9031BC9D3}">
      <dgm:prSet/>
      <dgm:spPr/>
      <dgm:t>
        <a:bodyPr/>
        <a:lstStyle/>
        <a:p>
          <a:r>
            <a:rPr lang="en-US" dirty="0"/>
            <a:t>sometimes fields/state </a:t>
          </a:r>
        </a:p>
      </dgm:t>
    </dgm:pt>
    <dgm:pt modelId="{C098BD5F-36EB-4EF8-8BFC-38BD4C1ECE67}" type="parTrans" cxnId="{A79FCA53-D0C9-4C5F-A603-131F55877345}">
      <dgm:prSet/>
      <dgm:spPr/>
      <dgm:t>
        <a:bodyPr/>
        <a:lstStyle/>
        <a:p>
          <a:endParaRPr lang="en-US"/>
        </a:p>
      </dgm:t>
    </dgm:pt>
    <dgm:pt modelId="{5E550112-FD0E-4EC9-A663-2D1D4EA4F429}" type="sibTrans" cxnId="{A79FCA53-D0C9-4C5F-A603-131F55877345}">
      <dgm:prSet/>
      <dgm:spPr/>
      <dgm:t>
        <a:bodyPr/>
        <a:lstStyle/>
        <a:p>
          <a:endParaRPr lang="en-US"/>
        </a:p>
      </dgm:t>
    </dgm:pt>
    <dgm:pt modelId="{56068D82-27C2-46B0-AF4D-728C3D8FF961}">
      <dgm:prSet/>
      <dgm:spPr/>
      <dgm:t>
        <a:bodyPr/>
        <a:lstStyle/>
        <a:p>
          <a:r>
            <a:rPr lang="en-US"/>
            <a:t>Rust does </a:t>
          </a:r>
          <a:r>
            <a:rPr lang="en-US" b="1"/>
            <a:t>not</a:t>
          </a:r>
          <a:r>
            <a:rPr lang="en-US"/>
            <a:t> have class inheritance</a:t>
          </a:r>
        </a:p>
      </dgm:t>
    </dgm:pt>
    <dgm:pt modelId="{9E2735B4-F4D7-442A-81C5-D33786182F2C}" type="parTrans" cxnId="{F029F879-69AA-4FE2-BF06-215B0D3F72EE}">
      <dgm:prSet/>
      <dgm:spPr/>
      <dgm:t>
        <a:bodyPr/>
        <a:lstStyle/>
        <a:p>
          <a:endParaRPr lang="en-US"/>
        </a:p>
      </dgm:t>
    </dgm:pt>
    <dgm:pt modelId="{0DD47556-0BEF-4669-9F1D-D0387E37C449}" type="sibTrans" cxnId="{F029F879-69AA-4FE2-BF06-215B0D3F72EE}">
      <dgm:prSet/>
      <dgm:spPr/>
      <dgm:t>
        <a:bodyPr/>
        <a:lstStyle/>
        <a:p>
          <a:endParaRPr lang="en-US"/>
        </a:p>
      </dgm:t>
    </dgm:pt>
    <dgm:pt modelId="{E04C350D-2BBB-4961-A491-6D31B2FF4B3D}">
      <dgm:prSet/>
      <dgm:spPr/>
      <dgm:t>
        <a:bodyPr/>
        <a:lstStyle/>
        <a:p>
          <a:r>
            <a:rPr lang="en-US"/>
            <a:t>But Rust has tools for the first two:</a:t>
          </a:r>
        </a:p>
      </dgm:t>
    </dgm:pt>
    <dgm:pt modelId="{30532AAE-3E20-48CE-A10F-F7F2C23228E0}" type="parTrans" cxnId="{3D8B238D-E392-4F4C-9B8E-8B702E002E52}">
      <dgm:prSet/>
      <dgm:spPr/>
      <dgm:t>
        <a:bodyPr/>
        <a:lstStyle/>
        <a:p>
          <a:endParaRPr lang="en-US"/>
        </a:p>
      </dgm:t>
    </dgm:pt>
    <dgm:pt modelId="{C61FC4C8-AB02-4C25-AD5D-CAD9D876C339}" type="sibTrans" cxnId="{3D8B238D-E392-4F4C-9B8E-8B702E002E52}">
      <dgm:prSet/>
      <dgm:spPr/>
      <dgm:t>
        <a:bodyPr/>
        <a:lstStyle/>
        <a:p>
          <a:endParaRPr lang="en-US"/>
        </a:p>
      </dgm:t>
    </dgm:pt>
    <dgm:pt modelId="{12F7F38D-A684-4154-8893-4C1AD8D3714B}">
      <dgm:prSet/>
      <dgm:spPr/>
      <dgm:t>
        <a:bodyPr/>
        <a:lstStyle/>
        <a:p>
          <a:r>
            <a:rPr lang="en-US"/>
            <a:t>shared interfaces </a:t>
          </a:r>
        </a:p>
      </dgm:t>
    </dgm:pt>
    <dgm:pt modelId="{89603AA2-36B6-45CD-B2AF-3DC25A82F0E4}" type="parTrans" cxnId="{AA84BD61-81C2-45AA-ACB6-3F6ADA00B8C9}">
      <dgm:prSet/>
      <dgm:spPr/>
      <dgm:t>
        <a:bodyPr/>
        <a:lstStyle/>
        <a:p>
          <a:endParaRPr lang="en-US"/>
        </a:p>
      </dgm:t>
    </dgm:pt>
    <dgm:pt modelId="{B34D1966-0562-404F-AF39-7327340EAA16}" type="sibTrans" cxnId="{AA84BD61-81C2-45AA-ACB6-3F6ADA00B8C9}">
      <dgm:prSet/>
      <dgm:spPr/>
      <dgm:t>
        <a:bodyPr/>
        <a:lstStyle/>
        <a:p>
          <a:endParaRPr lang="en-US"/>
        </a:p>
      </dgm:t>
    </dgm:pt>
    <dgm:pt modelId="{62B44517-6559-4C27-A0A1-CCEC8B74E653}">
      <dgm:prSet/>
      <dgm:spPr/>
      <dgm:t>
        <a:bodyPr/>
        <a:lstStyle/>
        <a:p>
          <a:r>
            <a:rPr lang="en-US"/>
            <a:t>shared behavior </a:t>
          </a:r>
        </a:p>
      </dgm:t>
    </dgm:pt>
    <dgm:pt modelId="{870CDE93-DBA8-4E32-8EAB-CBBFA801F5F3}" type="parTrans" cxnId="{D1E9E38D-56F4-496D-8E9B-38AF8EC550E7}">
      <dgm:prSet/>
      <dgm:spPr/>
      <dgm:t>
        <a:bodyPr/>
        <a:lstStyle/>
        <a:p>
          <a:endParaRPr lang="en-US"/>
        </a:p>
      </dgm:t>
    </dgm:pt>
    <dgm:pt modelId="{54BB0D46-8E98-40C4-A355-C9B5B55E1064}" type="sibTrans" cxnId="{D1E9E38D-56F4-496D-8E9B-38AF8EC550E7}">
      <dgm:prSet/>
      <dgm:spPr/>
      <dgm:t>
        <a:bodyPr/>
        <a:lstStyle/>
        <a:p>
          <a:endParaRPr lang="en-US"/>
        </a:p>
      </dgm:t>
    </dgm:pt>
    <dgm:pt modelId="{F2E5C064-2246-46D4-8586-6902DDC591B0}">
      <dgm:prSet/>
      <dgm:spPr/>
      <dgm:t>
        <a:bodyPr/>
        <a:lstStyle/>
        <a:p>
          <a:r>
            <a:rPr lang="en-US"/>
            <a:t>This talk is about those tools</a:t>
          </a:r>
        </a:p>
      </dgm:t>
    </dgm:pt>
    <dgm:pt modelId="{AC7268FE-069B-4304-817F-71E1E10B26BA}" type="parTrans" cxnId="{546C45FA-BFCC-4412-A740-42DB81C78443}">
      <dgm:prSet/>
      <dgm:spPr/>
      <dgm:t>
        <a:bodyPr/>
        <a:lstStyle/>
        <a:p>
          <a:endParaRPr lang="en-US"/>
        </a:p>
      </dgm:t>
    </dgm:pt>
    <dgm:pt modelId="{276ED42D-CB2F-4E4A-9114-A009E5527D4A}" type="sibTrans" cxnId="{546C45FA-BFCC-4412-A740-42DB81C78443}">
      <dgm:prSet/>
      <dgm:spPr/>
      <dgm:t>
        <a:bodyPr/>
        <a:lstStyle/>
        <a:p>
          <a:endParaRPr lang="en-US"/>
        </a:p>
      </dgm:t>
    </dgm:pt>
    <dgm:pt modelId="{242775AF-F0E9-4355-9709-081ADD501FCE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US" dirty="0"/>
            <a:t>If two types implement the same interface, either can be used where interface is required.</a:t>
          </a:r>
        </a:p>
      </dgm:t>
    </dgm:pt>
    <dgm:pt modelId="{20CC0279-80A8-4F73-AC41-82BECF72B208}" type="parTrans" cxnId="{7F13F3AC-2B74-4836-8EA5-0CFEB25D7941}">
      <dgm:prSet/>
      <dgm:spPr/>
      <dgm:t>
        <a:bodyPr/>
        <a:lstStyle/>
        <a:p>
          <a:endParaRPr lang="en-US"/>
        </a:p>
      </dgm:t>
    </dgm:pt>
    <dgm:pt modelId="{5CCEDE49-1B8D-4A3C-A455-54899792347F}" type="sibTrans" cxnId="{7F13F3AC-2B74-4836-8EA5-0CFEB25D7941}">
      <dgm:prSet/>
      <dgm:spPr/>
      <dgm:t>
        <a:bodyPr/>
        <a:lstStyle/>
        <a:p>
          <a:endParaRPr lang="en-US"/>
        </a:p>
      </dgm:t>
    </dgm:pt>
    <dgm:pt modelId="{B5401CC3-B47E-40DE-9DF7-2F0D06FB3AF8}">
      <dgm:prSet/>
      <dgm:spPr/>
      <dgm:t>
        <a:bodyPr/>
        <a:lstStyle/>
        <a:p>
          <a:r>
            <a:rPr lang="en-US" dirty="0"/>
            <a:t>Shared code supplied once, used by many implementing types</a:t>
          </a:r>
        </a:p>
      </dgm:t>
    </dgm:pt>
    <dgm:pt modelId="{33DA7E23-B033-423A-ABBA-9842F4D8665D}" type="parTrans" cxnId="{414950B8-675A-494B-805C-EA2CBF909E42}">
      <dgm:prSet/>
      <dgm:spPr/>
      <dgm:t>
        <a:bodyPr/>
        <a:lstStyle/>
        <a:p>
          <a:endParaRPr lang="en-US"/>
        </a:p>
      </dgm:t>
    </dgm:pt>
    <dgm:pt modelId="{482BCF77-8E3A-4A4F-84D8-42E79A511E1E}" type="sibTrans" cxnId="{414950B8-675A-494B-805C-EA2CBF909E42}">
      <dgm:prSet/>
      <dgm:spPr/>
      <dgm:t>
        <a:bodyPr/>
        <a:lstStyle/>
        <a:p>
          <a:endParaRPr lang="en-US"/>
        </a:p>
      </dgm:t>
    </dgm:pt>
    <dgm:pt modelId="{FC48F97F-BAFC-486C-9E95-982597C92C7F}" type="pres">
      <dgm:prSet presAssocID="{ABDD7871-7EB2-4343-AF06-E1A496A91DA3}" presName="linear" presStyleCnt="0">
        <dgm:presLayoutVars>
          <dgm:dir/>
          <dgm:animLvl val="lvl"/>
          <dgm:resizeHandles val="exact"/>
        </dgm:presLayoutVars>
      </dgm:prSet>
      <dgm:spPr/>
    </dgm:pt>
    <dgm:pt modelId="{20465DEF-B768-4AD7-80D8-10629693A114}" type="pres">
      <dgm:prSet presAssocID="{41944C90-BC8E-4F65-ACC5-D36AB518C45B}" presName="parentLin" presStyleCnt="0"/>
      <dgm:spPr/>
    </dgm:pt>
    <dgm:pt modelId="{76CDAE44-CCC2-48FE-971D-611C642E1F79}" type="pres">
      <dgm:prSet presAssocID="{41944C90-BC8E-4F65-ACC5-D36AB518C45B}" presName="parentLeftMargin" presStyleLbl="node1" presStyleIdx="0" presStyleCnt="4"/>
      <dgm:spPr/>
    </dgm:pt>
    <dgm:pt modelId="{A46C64D2-EEB2-4DD2-A65C-70AB3978633D}" type="pres">
      <dgm:prSet presAssocID="{41944C90-BC8E-4F65-ACC5-D36AB518C45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7DE7A80A-7172-4D34-8481-F5DC18A46E41}" type="pres">
      <dgm:prSet presAssocID="{41944C90-BC8E-4F65-ACC5-D36AB518C45B}" presName="negativeSpace" presStyleCnt="0"/>
      <dgm:spPr/>
    </dgm:pt>
    <dgm:pt modelId="{1425C4F1-76BE-4343-A86C-B62999DAFA3C}" type="pres">
      <dgm:prSet presAssocID="{41944C90-BC8E-4F65-ACC5-D36AB518C45B}" presName="childText" presStyleLbl="conFgAcc1" presStyleIdx="0" presStyleCnt="4">
        <dgm:presLayoutVars>
          <dgm:bulletEnabled val="1"/>
        </dgm:presLayoutVars>
      </dgm:prSet>
      <dgm:spPr/>
    </dgm:pt>
    <dgm:pt modelId="{71DAF9FA-15D2-4BE7-93B2-CE11D5D2A745}" type="pres">
      <dgm:prSet presAssocID="{85D42ABE-472E-4FAF-8028-743E6E8A6770}" presName="spaceBetweenRectangles" presStyleCnt="0"/>
      <dgm:spPr/>
    </dgm:pt>
    <dgm:pt modelId="{EB7D260B-02CE-45E5-9C7D-7E5ABC05F848}" type="pres">
      <dgm:prSet presAssocID="{56068D82-27C2-46B0-AF4D-728C3D8FF961}" presName="parentLin" presStyleCnt="0"/>
      <dgm:spPr/>
    </dgm:pt>
    <dgm:pt modelId="{975CF81F-683A-483D-A27B-B0B4E9D91002}" type="pres">
      <dgm:prSet presAssocID="{56068D82-27C2-46B0-AF4D-728C3D8FF961}" presName="parentLeftMargin" presStyleLbl="node1" presStyleIdx="0" presStyleCnt="4"/>
      <dgm:spPr/>
    </dgm:pt>
    <dgm:pt modelId="{8AA0CD7E-F5A1-44AE-90CB-4EDF724FE801}" type="pres">
      <dgm:prSet presAssocID="{56068D82-27C2-46B0-AF4D-728C3D8FF96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0B0CD4-4FB6-42C3-A9F4-6072C2B00CC6}" type="pres">
      <dgm:prSet presAssocID="{56068D82-27C2-46B0-AF4D-728C3D8FF961}" presName="negativeSpace" presStyleCnt="0"/>
      <dgm:spPr/>
    </dgm:pt>
    <dgm:pt modelId="{F5C8A4A8-BE15-484F-9406-7BCE258C17E5}" type="pres">
      <dgm:prSet presAssocID="{56068D82-27C2-46B0-AF4D-728C3D8FF961}" presName="childText" presStyleLbl="conFgAcc1" presStyleIdx="1" presStyleCnt="4">
        <dgm:presLayoutVars>
          <dgm:bulletEnabled val="1"/>
        </dgm:presLayoutVars>
      </dgm:prSet>
      <dgm:spPr/>
    </dgm:pt>
    <dgm:pt modelId="{21DEF26C-16FE-46DC-955B-60AB5902FB17}" type="pres">
      <dgm:prSet presAssocID="{0DD47556-0BEF-4669-9F1D-D0387E37C449}" presName="spaceBetweenRectangles" presStyleCnt="0"/>
      <dgm:spPr/>
    </dgm:pt>
    <dgm:pt modelId="{5D1633CA-C42F-474A-AF5A-F9F8F177C072}" type="pres">
      <dgm:prSet presAssocID="{E04C350D-2BBB-4961-A491-6D31B2FF4B3D}" presName="parentLin" presStyleCnt="0"/>
      <dgm:spPr/>
    </dgm:pt>
    <dgm:pt modelId="{558380EB-B399-4AD6-AA43-0FD2127144AC}" type="pres">
      <dgm:prSet presAssocID="{E04C350D-2BBB-4961-A491-6D31B2FF4B3D}" presName="parentLeftMargin" presStyleLbl="node1" presStyleIdx="1" presStyleCnt="4"/>
      <dgm:spPr/>
    </dgm:pt>
    <dgm:pt modelId="{10009CDD-02B3-4725-BA4F-B411A2947E2B}" type="pres">
      <dgm:prSet presAssocID="{E04C350D-2BBB-4961-A491-6D31B2FF4B3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0F8D4AF-6D5D-49C8-803C-C2D58AB87835}" type="pres">
      <dgm:prSet presAssocID="{E04C350D-2BBB-4961-A491-6D31B2FF4B3D}" presName="negativeSpace" presStyleCnt="0"/>
      <dgm:spPr/>
    </dgm:pt>
    <dgm:pt modelId="{EEEF16EE-977C-425F-85B9-63D7E9C19DF1}" type="pres">
      <dgm:prSet presAssocID="{E04C350D-2BBB-4961-A491-6D31B2FF4B3D}" presName="childText" presStyleLbl="conFgAcc1" presStyleIdx="2" presStyleCnt="4">
        <dgm:presLayoutVars>
          <dgm:bulletEnabled val="1"/>
        </dgm:presLayoutVars>
      </dgm:prSet>
      <dgm:spPr/>
    </dgm:pt>
    <dgm:pt modelId="{9A472A71-C832-4C74-8D9F-09032EAB65AC}" type="pres">
      <dgm:prSet presAssocID="{C61FC4C8-AB02-4C25-AD5D-CAD9D876C339}" presName="spaceBetweenRectangles" presStyleCnt="0"/>
      <dgm:spPr/>
    </dgm:pt>
    <dgm:pt modelId="{C76ED763-481E-4ECF-8DE4-473ECEBA0067}" type="pres">
      <dgm:prSet presAssocID="{F2E5C064-2246-46D4-8586-6902DDC591B0}" presName="parentLin" presStyleCnt="0"/>
      <dgm:spPr/>
    </dgm:pt>
    <dgm:pt modelId="{C426A8F6-920E-47B4-992C-B22B084694C1}" type="pres">
      <dgm:prSet presAssocID="{F2E5C064-2246-46D4-8586-6902DDC591B0}" presName="parentLeftMargin" presStyleLbl="node1" presStyleIdx="2" presStyleCnt="4"/>
      <dgm:spPr/>
    </dgm:pt>
    <dgm:pt modelId="{0F569956-D6CE-4FC0-A616-CDDD73C1CF37}" type="pres">
      <dgm:prSet presAssocID="{F2E5C064-2246-46D4-8586-6902DDC591B0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5797A105-BE46-4FCD-9AC0-B79194A05372}" type="pres">
      <dgm:prSet presAssocID="{F2E5C064-2246-46D4-8586-6902DDC591B0}" presName="negativeSpace" presStyleCnt="0"/>
      <dgm:spPr/>
    </dgm:pt>
    <dgm:pt modelId="{9CA8C7E0-A033-4140-8F89-D390D6922867}" type="pres">
      <dgm:prSet presAssocID="{F2E5C064-2246-46D4-8586-6902DDC591B0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A29B3F1E-94DD-4083-93F7-AB679B959C78}" srcId="{ABDD7871-7EB2-4343-AF06-E1A496A91DA3}" destId="{41944C90-BC8E-4F65-ACC5-D36AB518C45B}" srcOrd="0" destOrd="0" parTransId="{F17A0F34-221A-486B-B040-14440CD4149D}" sibTransId="{85D42ABE-472E-4FAF-8028-743E6E8A6770}"/>
    <dgm:cxn modelId="{E77A6F33-FE8F-421C-A793-3A3EB2C3A74B}" type="presOf" srcId="{12F7F38D-A684-4154-8893-4C1AD8D3714B}" destId="{EEEF16EE-977C-425F-85B9-63D7E9C19DF1}" srcOrd="0" destOrd="0" presId="urn:microsoft.com/office/officeart/2005/8/layout/list1"/>
    <dgm:cxn modelId="{79C4C840-B2B6-4FED-A025-15D3E49329F1}" type="presOf" srcId="{B5401CC3-B47E-40DE-9DF7-2F0D06FB3AF8}" destId="{1425C4F1-76BE-4343-A86C-B62999DAFA3C}" srcOrd="0" destOrd="3" presId="urn:microsoft.com/office/officeart/2005/8/layout/list1"/>
    <dgm:cxn modelId="{209AB15B-4764-4944-BA62-C6DA3F28C434}" type="presOf" srcId="{B9FA7985-BB6E-4980-A68C-74B9031BC9D3}" destId="{1425C4F1-76BE-4343-A86C-B62999DAFA3C}" srcOrd="0" destOrd="4" presId="urn:microsoft.com/office/officeart/2005/8/layout/list1"/>
    <dgm:cxn modelId="{AA84BD61-81C2-45AA-ACB6-3F6ADA00B8C9}" srcId="{E04C350D-2BBB-4961-A491-6D31B2FF4B3D}" destId="{12F7F38D-A684-4154-8893-4C1AD8D3714B}" srcOrd="0" destOrd="0" parTransId="{89603AA2-36B6-45CD-B2AF-3DC25A82F0E4}" sibTransId="{B34D1966-0562-404F-AF39-7327340EAA16}"/>
    <dgm:cxn modelId="{485F8246-DAEA-4A04-833B-84CAA75674F4}" type="presOf" srcId="{656F0765-A834-4E31-9FF9-78128E990E99}" destId="{1425C4F1-76BE-4343-A86C-B62999DAFA3C}" srcOrd="0" destOrd="0" presId="urn:microsoft.com/office/officeart/2005/8/layout/list1"/>
    <dgm:cxn modelId="{D9B2A348-07C9-426F-8C89-AA1F5C2F6FB8}" type="presOf" srcId="{ABDD7871-7EB2-4343-AF06-E1A496A91DA3}" destId="{FC48F97F-BAFC-486C-9E95-982597C92C7F}" srcOrd="0" destOrd="0" presId="urn:microsoft.com/office/officeart/2005/8/layout/list1"/>
    <dgm:cxn modelId="{E7CEDA4B-1E2D-4EA7-8F29-C593D348532D}" type="presOf" srcId="{62B44517-6559-4C27-A0A1-CCEC8B74E653}" destId="{EEEF16EE-977C-425F-85B9-63D7E9C19DF1}" srcOrd="0" destOrd="1" presId="urn:microsoft.com/office/officeart/2005/8/layout/list1"/>
    <dgm:cxn modelId="{A79FCA53-D0C9-4C5F-A603-131F55877345}" srcId="{41944C90-BC8E-4F65-ACC5-D36AB518C45B}" destId="{B9FA7985-BB6E-4980-A68C-74B9031BC9D3}" srcOrd="2" destOrd="0" parTransId="{C098BD5F-36EB-4EF8-8BFC-38BD4C1ECE67}" sibTransId="{5E550112-FD0E-4EC9-A663-2D1D4EA4F429}"/>
    <dgm:cxn modelId="{F029F879-69AA-4FE2-BF06-215B0D3F72EE}" srcId="{ABDD7871-7EB2-4343-AF06-E1A496A91DA3}" destId="{56068D82-27C2-46B0-AF4D-728C3D8FF961}" srcOrd="1" destOrd="0" parTransId="{9E2735B4-F4D7-442A-81C5-D33786182F2C}" sibTransId="{0DD47556-0BEF-4669-9F1D-D0387E37C449}"/>
    <dgm:cxn modelId="{8E2FDF84-E937-4FF8-ADC4-A2ACA163F57C}" srcId="{41944C90-BC8E-4F65-ACC5-D36AB518C45B}" destId="{E92E434C-C423-4B91-A47D-9C880ED6431A}" srcOrd="1" destOrd="0" parTransId="{BCA5444F-6B34-4FB0-BE43-F02E1A8B6796}" sibTransId="{F4F0D00F-F2F2-4B5E-BB24-CF3C6A2493C1}"/>
    <dgm:cxn modelId="{3D8B238D-E392-4F4C-9B8E-8B702E002E52}" srcId="{ABDD7871-7EB2-4343-AF06-E1A496A91DA3}" destId="{E04C350D-2BBB-4961-A491-6D31B2FF4B3D}" srcOrd="2" destOrd="0" parTransId="{30532AAE-3E20-48CE-A10F-F7F2C23228E0}" sibTransId="{C61FC4C8-AB02-4C25-AD5D-CAD9D876C339}"/>
    <dgm:cxn modelId="{D1E9E38D-56F4-496D-8E9B-38AF8EC550E7}" srcId="{E04C350D-2BBB-4961-A491-6D31B2FF4B3D}" destId="{62B44517-6559-4C27-A0A1-CCEC8B74E653}" srcOrd="1" destOrd="0" parTransId="{870CDE93-DBA8-4E32-8EAB-CBBFA801F5F3}" sibTransId="{54BB0D46-8E98-40C4-A355-C9B5B55E1064}"/>
    <dgm:cxn modelId="{229DE991-BCA4-4CF3-B04B-FE54E4F2ABAF}" type="presOf" srcId="{56068D82-27C2-46B0-AF4D-728C3D8FF961}" destId="{8AA0CD7E-F5A1-44AE-90CB-4EDF724FE801}" srcOrd="1" destOrd="0" presId="urn:microsoft.com/office/officeart/2005/8/layout/list1"/>
    <dgm:cxn modelId="{56F7009B-17ED-4ABC-955D-6C2808F24330}" type="presOf" srcId="{242775AF-F0E9-4355-9709-081ADD501FCE}" destId="{1425C4F1-76BE-4343-A86C-B62999DAFA3C}" srcOrd="0" destOrd="1" presId="urn:microsoft.com/office/officeart/2005/8/layout/list1"/>
    <dgm:cxn modelId="{9B1A92A6-F609-4A36-A0AE-6CE613132644}" type="presOf" srcId="{41944C90-BC8E-4F65-ACC5-D36AB518C45B}" destId="{A46C64D2-EEB2-4DD2-A65C-70AB3978633D}" srcOrd="1" destOrd="0" presId="urn:microsoft.com/office/officeart/2005/8/layout/list1"/>
    <dgm:cxn modelId="{77B037AB-2DEC-4B4B-A120-7B697B784D6D}" type="presOf" srcId="{56068D82-27C2-46B0-AF4D-728C3D8FF961}" destId="{975CF81F-683A-483D-A27B-B0B4E9D91002}" srcOrd="0" destOrd="0" presId="urn:microsoft.com/office/officeart/2005/8/layout/list1"/>
    <dgm:cxn modelId="{7F13F3AC-2B74-4836-8EA5-0CFEB25D7941}" srcId="{656F0765-A834-4E31-9FF9-78128E990E99}" destId="{242775AF-F0E9-4355-9709-081ADD501FCE}" srcOrd="0" destOrd="0" parTransId="{20CC0279-80A8-4F73-AC41-82BECF72B208}" sibTransId="{5CCEDE49-1B8D-4A3C-A455-54899792347F}"/>
    <dgm:cxn modelId="{A8B0CAB1-A796-4D79-AAF0-D9183D852F40}" type="presOf" srcId="{F2E5C064-2246-46D4-8586-6902DDC591B0}" destId="{0F569956-D6CE-4FC0-A616-CDDD73C1CF37}" srcOrd="1" destOrd="0" presId="urn:microsoft.com/office/officeart/2005/8/layout/list1"/>
    <dgm:cxn modelId="{BD9756B2-1EEF-44CE-974D-900C151E09C6}" type="presOf" srcId="{E04C350D-2BBB-4961-A491-6D31B2FF4B3D}" destId="{558380EB-B399-4AD6-AA43-0FD2127144AC}" srcOrd="0" destOrd="0" presId="urn:microsoft.com/office/officeart/2005/8/layout/list1"/>
    <dgm:cxn modelId="{8DBB70B4-3ABB-4AEC-8F07-A7B245300DFB}" type="presOf" srcId="{F2E5C064-2246-46D4-8586-6902DDC591B0}" destId="{C426A8F6-920E-47B4-992C-B22B084694C1}" srcOrd="0" destOrd="0" presId="urn:microsoft.com/office/officeart/2005/8/layout/list1"/>
    <dgm:cxn modelId="{414950B8-675A-494B-805C-EA2CBF909E42}" srcId="{E92E434C-C423-4B91-A47D-9C880ED6431A}" destId="{B5401CC3-B47E-40DE-9DF7-2F0D06FB3AF8}" srcOrd="0" destOrd="0" parTransId="{33DA7E23-B033-423A-ABBA-9842F4D8665D}" sibTransId="{482BCF77-8E3A-4A4F-84D8-42E79A511E1E}"/>
    <dgm:cxn modelId="{B89E72BD-58D7-4A86-B670-D0E66A49CF28}" type="presOf" srcId="{41944C90-BC8E-4F65-ACC5-D36AB518C45B}" destId="{76CDAE44-CCC2-48FE-971D-611C642E1F79}" srcOrd="0" destOrd="0" presId="urn:microsoft.com/office/officeart/2005/8/layout/list1"/>
    <dgm:cxn modelId="{69CBCFCF-D91B-4D65-9C2E-2C1C9151A55D}" srcId="{41944C90-BC8E-4F65-ACC5-D36AB518C45B}" destId="{656F0765-A834-4E31-9FF9-78128E990E99}" srcOrd="0" destOrd="0" parTransId="{7D2960B8-31AD-4CC9-BA28-DDE68958901D}" sibTransId="{3280C243-44DA-475D-B225-F525D812AF4B}"/>
    <dgm:cxn modelId="{FC07E6D2-0D20-4FAA-80C3-36AF424B9DE6}" type="presOf" srcId="{E92E434C-C423-4B91-A47D-9C880ED6431A}" destId="{1425C4F1-76BE-4343-A86C-B62999DAFA3C}" srcOrd="0" destOrd="2" presId="urn:microsoft.com/office/officeart/2005/8/layout/list1"/>
    <dgm:cxn modelId="{AECE1BF0-042E-4100-B85D-B1302907D565}" type="presOf" srcId="{E04C350D-2BBB-4961-A491-6D31B2FF4B3D}" destId="{10009CDD-02B3-4725-BA4F-B411A2947E2B}" srcOrd="1" destOrd="0" presId="urn:microsoft.com/office/officeart/2005/8/layout/list1"/>
    <dgm:cxn modelId="{546C45FA-BFCC-4412-A740-42DB81C78443}" srcId="{ABDD7871-7EB2-4343-AF06-E1A496A91DA3}" destId="{F2E5C064-2246-46D4-8586-6902DDC591B0}" srcOrd="3" destOrd="0" parTransId="{AC7268FE-069B-4304-817F-71E1E10B26BA}" sibTransId="{276ED42D-CB2F-4E4A-9114-A009E5527D4A}"/>
    <dgm:cxn modelId="{AB1559F4-691A-431C-BC5E-E0C8E4CC67E7}" type="presParOf" srcId="{FC48F97F-BAFC-486C-9E95-982597C92C7F}" destId="{20465DEF-B768-4AD7-80D8-10629693A114}" srcOrd="0" destOrd="0" presId="urn:microsoft.com/office/officeart/2005/8/layout/list1"/>
    <dgm:cxn modelId="{2149CE0C-E75D-4E12-81DF-917563E4BB34}" type="presParOf" srcId="{20465DEF-B768-4AD7-80D8-10629693A114}" destId="{76CDAE44-CCC2-48FE-971D-611C642E1F79}" srcOrd="0" destOrd="0" presId="urn:microsoft.com/office/officeart/2005/8/layout/list1"/>
    <dgm:cxn modelId="{FD78D496-C5AC-41B1-8910-E7306D5EB764}" type="presParOf" srcId="{20465DEF-B768-4AD7-80D8-10629693A114}" destId="{A46C64D2-EEB2-4DD2-A65C-70AB3978633D}" srcOrd="1" destOrd="0" presId="urn:microsoft.com/office/officeart/2005/8/layout/list1"/>
    <dgm:cxn modelId="{01758E0B-585D-4C90-A086-E4B9EFB0F8C6}" type="presParOf" srcId="{FC48F97F-BAFC-486C-9E95-982597C92C7F}" destId="{7DE7A80A-7172-4D34-8481-F5DC18A46E41}" srcOrd="1" destOrd="0" presId="urn:microsoft.com/office/officeart/2005/8/layout/list1"/>
    <dgm:cxn modelId="{4537DA9B-F14C-4871-B0EE-7B2AB7B137C1}" type="presParOf" srcId="{FC48F97F-BAFC-486C-9E95-982597C92C7F}" destId="{1425C4F1-76BE-4343-A86C-B62999DAFA3C}" srcOrd="2" destOrd="0" presId="urn:microsoft.com/office/officeart/2005/8/layout/list1"/>
    <dgm:cxn modelId="{D89FD9F6-66D7-4DB0-9E19-2306E68182C4}" type="presParOf" srcId="{FC48F97F-BAFC-486C-9E95-982597C92C7F}" destId="{71DAF9FA-15D2-4BE7-93B2-CE11D5D2A745}" srcOrd="3" destOrd="0" presId="urn:microsoft.com/office/officeart/2005/8/layout/list1"/>
    <dgm:cxn modelId="{B25D7B90-EEE9-44E7-9F0B-D0AF1C152B7C}" type="presParOf" srcId="{FC48F97F-BAFC-486C-9E95-982597C92C7F}" destId="{EB7D260B-02CE-45E5-9C7D-7E5ABC05F848}" srcOrd="4" destOrd="0" presId="urn:microsoft.com/office/officeart/2005/8/layout/list1"/>
    <dgm:cxn modelId="{857BDC6D-4732-4C19-9764-C7E621634FA7}" type="presParOf" srcId="{EB7D260B-02CE-45E5-9C7D-7E5ABC05F848}" destId="{975CF81F-683A-483D-A27B-B0B4E9D91002}" srcOrd="0" destOrd="0" presId="urn:microsoft.com/office/officeart/2005/8/layout/list1"/>
    <dgm:cxn modelId="{D03A4B71-7418-4C83-AC10-C3EF0BCB4271}" type="presParOf" srcId="{EB7D260B-02CE-45E5-9C7D-7E5ABC05F848}" destId="{8AA0CD7E-F5A1-44AE-90CB-4EDF724FE801}" srcOrd="1" destOrd="0" presId="urn:microsoft.com/office/officeart/2005/8/layout/list1"/>
    <dgm:cxn modelId="{356FF0CA-E435-4433-90B1-E1F74E321E70}" type="presParOf" srcId="{FC48F97F-BAFC-486C-9E95-982597C92C7F}" destId="{260B0CD4-4FB6-42C3-A9F4-6072C2B00CC6}" srcOrd="5" destOrd="0" presId="urn:microsoft.com/office/officeart/2005/8/layout/list1"/>
    <dgm:cxn modelId="{6930E6FE-01E3-4FBC-9D35-3F96DD76A576}" type="presParOf" srcId="{FC48F97F-BAFC-486C-9E95-982597C92C7F}" destId="{F5C8A4A8-BE15-484F-9406-7BCE258C17E5}" srcOrd="6" destOrd="0" presId="urn:microsoft.com/office/officeart/2005/8/layout/list1"/>
    <dgm:cxn modelId="{BC305024-68DC-4A23-AF18-14A5BF56D506}" type="presParOf" srcId="{FC48F97F-BAFC-486C-9E95-982597C92C7F}" destId="{21DEF26C-16FE-46DC-955B-60AB5902FB17}" srcOrd="7" destOrd="0" presId="urn:microsoft.com/office/officeart/2005/8/layout/list1"/>
    <dgm:cxn modelId="{611093E3-06A6-4316-82DC-9A6E2722D8E0}" type="presParOf" srcId="{FC48F97F-BAFC-486C-9E95-982597C92C7F}" destId="{5D1633CA-C42F-474A-AF5A-F9F8F177C072}" srcOrd="8" destOrd="0" presId="urn:microsoft.com/office/officeart/2005/8/layout/list1"/>
    <dgm:cxn modelId="{DAF87B4C-8B0F-4533-8A0A-D16B3AD07699}" type="presParOf" srcId="{5D1633CA-C42F-474A-AF5A-F9F8F177C072}" destId="{558380EB-B399-4AD6-AA43-0FD2127144AC}" srcOrd="0" destOrd="0" presId="urn:microsoft.com/office/officeart/2005/8/layout/list1"/>
    <dgm:cxn modelId="{EFAF5887-3D75-49D8-8FFF-37AF822E7EAE}" type="presParOf" srcId="{5D1633CA-C42F-474A-AF5A-F9F8F177C072}" destId="{10009CDD-02B3-4725-BA4F-B411A2947E2B}" srcOrd="1" destOrd="0" presId="urn:microsoft.com/office/officeart/2005/8/layout/list1"/>
    <dgm:cxn modelId="{6AAD5E3D-C68B-4FE1-BA1F-F3DFED05F74A}" type="presParOf" srcId="{FC48F97F-BAFC-486C-9E95-982597C92C7F}" destId="{A0F8D4AF-6D5D-49C8-803C-C2D58AB87835}" srcOrd="9" destOrd="0" presId="urn:microsoft.com/office/officeart/2005/8/layout/list1"/>
    <dgm:cxn modelId="{95A80F64-9123-493A-B71B-CF01E2D43E05}" type="presParOf" srcId="{FC48F97F-BAFC-486C-9E95-982597C92C7F}" destId="{EEEF16EE-977C-425F-85B9-63D7E9C19DF1}" srcOrd="10" destOrd="0" presId="urn:microsoft.com/office/officeart/2005/8/layout/list1"/>
    <dgm:cxn modelId="{8974F9AF-3E7F-456B-BB1E-1699ECAF67BF}" type="presParOf" srcId="{FC48F97F-BAFC-486C-9E95-982597C92C7F}" destId="{9A472A71-C832-4C74-8D9F-09032EAB65AC}" srcOrd="11" destOrd="0" presId="urn:microsoft.com/office/officeart/2005/8/layout/list1"/>
    <dgm:cxn modelId="{7C0B2DC4-2907-4222-8FA2-3C4DB385B62B}" type="presParOf" srcId="{FC48F97F-BAFC-486C-9E95-982597C92C7F}" destId="{C76ED763-481E-4ECF-8DE4-473ECEBA0067}" srcOrd="12" destOrd="0" presId="urn:microsoft.com/office/officeart/2005/8/layout/list1"/>
    <dgm:cxn modelId="{975194CB-4839-4D01-A9F9-4821C0D8A9C7}" type="presParOf" srcId="{C76ED763-481E-4ECF-8DE4-473ECEBA0067}" destId="{C426A8F6-920E-47B4-992C-B22B084694C1}" srcOrd="0" destOrd="0" presId="urn:microsoft.com/office/officeart/2005/8/layout/list1"/>
    <dgm:cxn modelId="{55294ECF-3973-4B78-B1DE-602DF92B64F9}" type="presParOf" srcId="{C76ED763-481E-4ECF-8DE4-473ECEBA0067}" destId="{0F569956-D6CE-4FC0-A616-CDDD73C1CF37}" srcOrd="1" destOrd="0" presId="urn:microsoft.com/office/officeart/2005/8/layout/list1"/>
    <dgm:cxn modelId="{704ACAAC-0BB4-48BF-BA34-938A7C84BE65}" type="presParOf" srcId="{FC48F97F-BAFC-486C-9E95-982597C92C7F}" destId="{5797A105-BE46-4FCD-9AC0-B79194A05372}" srcOrd="13" destOrd="0" presId="urn:microsoft.com/office/officeart/2005/8/layout/list1"/>
    <dgm:cxn modelId="{60B605ED-8672-45D5-826E-E89C40A93FCC}" type="presParOf" srcId="{FC48F97F-BAFC-486C-9E95-982597C92C7F}" destId="{9CA8C7E0-A033-4140-8F89-D390D692286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D61D1D3-01E2-4E7B-8ACC-C56F3DDB65C0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766AB5B-C979-4174-9061-823D94E086C3}">
      <dgm:prSet/>
      <dgm:spPr/>
      <dgm:t>
        <a:bodyPr/>
        <a:lstStyle/>
        <a:p>
          <a:r>
            <a:rPr lang="en-US"/>
            <a:t>Credentials</a:t>
          </a:r>
        </a:p>
      </dgm:t>
    </dgm:pt>
    <dgm:pt modelId="{5ACC5C95-A6DF-48E6-AB55-B05C19BBC290}" type="parTrans" cxnId="{A0B3BD18-4741-4212-A14B-E9ED93C4CCF4}">
      <dgm:prSet/>
      <dgm:spPr/>
      <dgm:t>
        <a:bodyPr/>
        <a:lstStyle/>
        <a:p>
          <a:endParaRPr lang="en-US"/>
        </a:p>
      </dgm:t>
    </dgm:pt>
    <dgm:pt modelId="{F2CF0C2D-B5F1-407D-9568-65F91776F047}" type="sibTrans" cxnId="{A0B3BD18-4741-4212-A14B-E9ED93C4CCF4}">
      <dgm:prSet/>
      <dgm:spPr/>
      <dgm:t>
        <a:bodyPr/>
        <a:lstStyle/>
        <a:p>
          <a:endParaRPr lang="en-US"/>
        </a:p>
      </dgm:t>
    </dgm:pt>
    <dgm:pt modelId="{55C05AC3-1BCF-484E-BBBB-E501640BE75C}">
      <dgm:prSet/>
      <dgm:spPr/>
      <dgm:t>
        <a:bodyPr/>
        <a:lstStyle/>
        <a:p>
          <a:r>
            <a:rPr lang="en-US"/>
            <a:t>C++, C#, Python*, Smalltalk</a:t>
          </a:r>
        </a:p>
      </dgm:t>
    </dgm:pt>
    <dgm:pt modelId="{AD35F87B-2EF8-4AFB-A2D8-7D522821749D}" type="parTrans" cxnId="{CB352820-66C9-40E6-B10F-724215F05D4A}">
      <dgm:prSet/>
      <dgm:spPr/>
      <dgm:t>
        <a:bodyPr/>
        <a:lstStyle/>
        <a:p>
          <a:endParaRPr lang="en-US"/>
        </a:p>
      </dgm:t>
    </dgm:pt>
    <dgm:pt modelId="{4C2CA528-124C-487B-926B-FC43B7520207}" type="sibTrans" cxnId="{CB352820-66C9-40E6-B10F-724215F05D4A}">
      <dgm:prSet/>
      <dgm:spPr/>
      <dgm:t>
        <a:bodyPr/>
        <a:lstStyle/>
        <a:p>
          <a:endParaRPr lang="en-US"/>
        </a:p>
      </dgm:t>
    </dgm:pt>
    <dgm:pt modelId="{6C328FC2-1A34-42F9-82D3-2F73CE779ED7}">
      <dgm:prSet/>
      <dgm:spPr/>
      <dgm:t>
        <a:bodyPr/>
        <a:lstStyle/>
        <a:p>
          <a:r>
            <a:rPr lang="en-US" dirty="0"/>
            <a:t>Format</a:t>
          </a:r>
        </a:p>
      </dgm:t>
    </dgm:pt>
    <dgm:pt modelId="{0D9F12FD-B146-4273-BA50-2A035C7324C8}" type="parTrans" cxnId="{5CAE12E9-CEC7-4CDD-AAB6-F45BB0E167CF}">
      <dgm:prSet/>
      <dgm:spPr/>
      <dgm:t>
        <a:bodyPr/>
        <a:lstStyle/>
        <a:p>
          <a:endParaRPr lang="en-US"/>
        </a:p>
      </dgm:t>
    </dgm:pt>
    <dgm:pt modelId="{0A72A100-9881-4303-92A5-702F14DA19EC}" type="sibTrans" cxnId="{5CAE12E9-CEC7-4CDD-AAB6-F45BB0E167CF}">
      <dgm:prSet/>
      <dgm:spPr/>
      <dgm:t>
        <a:bodyPr/>
        <a:lstStyle/>
        <a:p>
          <a:endParaRPr lang="en-US"/>
        </a:p>
      </dgm:t>
    </dgm:pt>
    <dgm:pt modelId="{981C81BF-EDF3-41EE-ADA8-A04E4BD91274}">
      <dgm:prSet/>
      <dgm:spPr/>
      <dgm:t>
        <a:bodyPr/>
        <a:lstStyle/>
        <a:p>
          <a:r>
            <a:rPr lang="en-US" dirty="0"/>
            <a:t>9 puzzles &amp; Rust solutions</a:t>
          </a:r>
        </a:p>
      </dgm:t>
    </dgm:pt>
    <dgm:pt modelId="{FD94835C-B45B-43FB-B99F-FBE3CA4B8D3E}" type="parTrans" cxnId="{555CCE96-33D9-42C7-92CD-C3BC84722A04}">
      <dgm:prSet/>
      <dgm:spPr/>
      <dgm:t>
        <a:bodyPr/>
        <a:lstStyle/>
        <a:p>
          <a:endParaRPr lang="en-US"/>
        </a:p>
      </dgm:t>
    </dgm:pt>
    <dgm:pt modelId="{F002C07E-89CF-4BA2-A269-1BA1E6775A64}" type="sibTrans" cxnId="{555CCE96-33D9-42C7-92CD-C3BC84722A04}">
      <dgm:prSet/>
      <dgm:spPr/>
      <dgm:t>
        <a:bodyPr/>
        <a:lstStyle/>
        <a:p>
          <a:endParaRPr lang="en-US"/>
        </a:p>
      </dgm:t>
    </dgm:pt>
    <dgm:pt modelId="{DB7102A7-F2FB-415F-A5C5-79827EE459EC}">
      <dgm:prSet/>
      <dgm:spPr/>
      <dgm:t>
        <a:bodyPr/>
        <a:lstStyle/>
        <a:p>
          <a:r>
            <a:rPr lang="en-US"/>
            <a:t>Inspired by real code</a:t>
          </a:r>
        </a:p>
      </dgm:t>
    </dgm:pt>
    <dgm:pt modelId="{0E7EA328-862B-4BCD-91BA-F1DCE1FFBBED}" type="parTrans" cxnId="{E9AA5A3D-F3FC-4797-967E-91B5E6CA8283}">
      <dgm:prSet/>
      <dgm:spPr/>
      <dgm:t>
        <a:bodyPr/>
        <a:lstStyle/>
        <a:p>
          <a:endParaRPr lang="en-US"/>
        </a:p>
      </dgm:t>
    </dgm:pt>
    <dgm:pt modelId="{34A77CD0-CA02-4260-AC46-FB00C56B0601}" type="sibTrans" cxnId="{E9AA5A3D-F3FC-4797-967E-91B5E6CA8283}">
      <dgm:prSet/>
      <dgm:spPr/>
      <dgm:t>
        <a:bodyPr/>
        <a:lstStyle/>
        <a:p>
          <a:endParaRPr lang="en-US"/>
        </a:p>
      </dgm:t>
    </dgm:pt>
    <dgm:pt modelId="{CDA34ED7-A8BC-42B3-8B93-4E0D4F1F29C2}">
      <dgm:prSet/>
      <dgm:spPr/>
      <dgm:t>
        <a:bodyPr/>
        <a:lstStyle/>
        <a:p>
          <a:r>
            <a:rPr lang="en-US"/>
            <a:t>Discussion welcome</a:t>
          </a:r>
        </a:p>
      </dgm:t>
    </dgm:pt>
    <dgm:pt modelId="{EADD37F0-632C-4871-B38E-F33D585F9DE7}" type="parTrans" cxnId="{0CB6E117-F3B7-4287-B6C0-45A4635DD641}">
      <dgm:prSet/>
      <dgm:spPr/>
      <dgm:t>
        <a:bodyPr/>
        <a:lstStyle/>
        <a:p>
          <a:endParaRPr lang="en-US"/>
        </a:p>
      </dgm:t>
    </dgm:pt>
    <dgm:pt modelId="{FB4A860B-F118-4BDF-88F2-C459684DCD54}" type="sibTrans" cxnId="{0CB6E117-F3B7-4287-B6C0-45A4635DD641}">
      <dgm:prSet/>
      <dgm:spPr/>
      <dgm:t>
        <a:bodyPr/>
        <a:lstStyle/>
        <a:p>
          <a:endParaRPr lang="en-US"/>
        </a:p>
      </dgm:t>
    </dgm:pt>
    <dgm:pt modelId="{44176D0C-69DE-4F95-80D9-4751F7F41ABD}">
      <dgm:prSet/>
      <dgm:spPr/>
      <dgm:t>
        <a:bodyPr/>
        <a:lstStyle/>
        <a:p>
          <a:r>
            <a:rPr lang="en-US" dirty="0"/>
            <a:t>Except: “Define object-oriented.”</a:t>
          </a:r>
        </a:p>
      </dgm:t>
    </dgm:pt>
    <dgm:pt modelId="{C4CF17FD-7EAD-4D69-9237-8D98849DC83C}" type="parTrans" cxnId="{9BC683A1-D6B5-4F15-9BE5-CEB805816175}">
      <dgm:prSet/>
      <dgm:spPr/>
      <dgm:t>
        <a:bodyPr/>
        <a:lstStyle/>
        <a:p>
          <a:endParaRPr lang="en-US"/>
        </a:p>
      </dgm:t>
    </dgm:pt>
    <dgm:pt modelId="{50DF03CE-40DE-4170-8D97-94B0C0132D64}" type="sibTrans" cxnId="{9BC683A1-D6B5-4F15-9BE5-CEB805816175}">
      <dgm:prSet/>
      <dgm:spPr/>
      <dgm:t>
        <a:bodyPr/>
        <a:lstStyle/>
        <a:p>
          <a:endParaRPr lang="en-US"/>
        </a:p>
      </dgm:t>
    </dgm:pt>
    <dgm:pt modelId="{78129AF9-7A81-42CE-A74A-56FC9FFDA4BB}">
      <dgm:prSet/>
      <dgm:spPr/>
      <dgm:t>
        <a:bodyPr/>
        <a:lstStyle/>
        <a:p>
          <a:r>
            <a:rPr lang="en-US" dirty="0"/>
            <a:t>Definitions</a:t>
          </a:r>
        </a:p>
      </dgm:t>
    </dgm:pt>
    <dgm:pt modelId="{3EE31908-C7FA-4263-8F7B-4CB750768A18}" type="parTrans" cxnId="{0554D579-42FE-461D-AA05-46DE011C4641}">
      <dgm:prSet/>
      <dgm:spPr/>
      <dgm:t>
        <a:bodyPr/>
        <a:lstStyle/>
        <a:p>
          <a:endParaRPr lang="en-US"/>
        </a:p>
      </dgm:t>
    </dgm:pt>
    <dgm:pt modelId="{074839CC-9624-406D-A34B-7082BA3E7FF6}" type="sibTrans" cxnId="{0554D579-42FE-461D-AA05-46DE011C4641}">
      <dgm:prSet/>
      <dgm:spPr/>
      <dgm:t>
        <a:bodyPr/>
        <a:lstStyle/>
        <a:p>
          <a:endParaRPr lang="en-US"/>
        </a:p>
      </dgm:t>
    </dgm:pt>
    <dgm:pt modelId="{B3E91143-95B2-48EF-B5B7-386090017827}">
      <dgm:prSet/>
      <dgm:spPr/>
      <dgm:t>
        <a:bodyPr/>
        <a:lstStyle/>
        <a:p>
          <a:r>
            <a:rPr lang="en-US" dirty="0"/>
            <a:t>Interface / Abstract Class ≈ Trait</a:t>
          </a:r>
        </a:p>
      </dgm:t>
    </dgm:pt>
    <dgm:pt modelId="{691A4AB4-FE70-4F1B-94E3-167F553E89DF}" type="parTrans" cxnId="{677DD776-53BB-4A3D-A0D1-9A7216C45C37}">
      <dgm:prSet/>
      <dgm:spPr/>
      <dgm:t>
        <a:bodyPr/>
        <a:lstStyle/>
        <a:p>
          <a:endParaRPr lang="en-US"/>
        </a:p>
      </dgm:t>
    </dgm:pt>
    <dgm:pt modelId="{D572C989-5E57-4B4C-A661-C061857C7E74}" type="sibTrans" cxnId="{677DD776-53BB-4A3D-A0D1-9A7216C45C37}">
      <dgm:prSet/>
      <dgm:spPr/>
      <dgm:t>
        <a:bodyPr/>
        <a:lstStyle/>
        <a:p>
          <a:endParaRPr lang="en-US"/>
        </a:p>
      </dgm:t>
    </dgm:pt>
    <dgm:pt modelId="{5DBB7D7A-3374-4756-92C3-DE8DA9A994CC}">
      <dgm:prSet/>
      <dgm:spPr/>
      <dgm:t>
        <a:bodyPr/>
        <a:lstStyle/>
        <a:p>
          <a:r>
            <a:rPr lang="en-US" dirty="0"/>
            <a:t>	A contract or role. You don’t create one directly.</a:t>
          </a:r>
        </a:p>
      </dgm:t>
    </dgm:pt>
    <dgm:pt modelId="{FDEA574A-3F2C-4969-8FFC-4936DA53F709}" type="parTrans" cxnId="{4DF4D390-0F1D-452A-A703-A13B0BCFA714}">
      <dgm:prSet/>
      <dgm:spPr/>
      <dgm:t>
        <a:bodyPr/>
        <a:lstStyle/>
        <a:p>
          <a:endParaRPr lang="en-US"/>
        </a:p>
      </dgm:t>
    </dgm:pt>
    <dgm:pt modelId="{7E35DDFE-60D4-4701-BBAF-C93BF767B868}" type="sibTrans" cxnId="{4DF4D390-0F1D-452A-A703-A13B0BCFA714}">
      <dgm:prSet/>
      <dgm:spPr/>
      <dgm:t>
        <a:bodyPr/>
        <a:lstStyle/>
        <a:p>
          <a:endParaRPr lang="en-US"/>
        </a:p>
      </dgm:t>
    </dgm:pt>
    <dgm:pt modelId="{46490352-71BD-4BE6-B4A1-D61D4C673918}">
      <dgm:prSet/>
      <dgm:spPr/>
      <dgm:t>
        <a:bodyPr/>
        <a:lstStyle/>
        <a:p>
          <a:r>
            <a:rPr lang="en-US" dirty="0"/>
            <a:t>Concrete Class ≈ Struct / Enum</a:t>
          </a:r>
        </a:p>
      </dgm:t>
    </dgm:pt>
    <dgm:pt modelId="{404347C8-9BEC-42EF-90FC-E977F25F83BC}" type="parTrans" cxnId="{4217C40D-117F-4904-8265-54F7B3B05B18}">
      <dgm:prSet/>
      <dgm:spPr/>
      <dgm:t>
        <a:bodyPr/>
        <a:lstStyle/>
        <a:p>
          <a:endParaRPr lang="en-US"/>
        </a:p>
      </dgm:t>
    </dgm:pt>
    <dgm:pt modelId="{64EF5EF0-5A37-45AD-88DC-4A4152468819}" type="sibTrans" cxnId="{4217C40D-117F-4904-8265-54F7B3B05B18}">
      <dgm:prSet/>
      <dgm:spPr/>
      <dgm:t>
        <a:bodyPr/>
        <a:lstStyle/>
        <a:p>
          <a:endParaRPr lang="en-US"/>
        </a:p>
      </dgm:t>
    </dgm:pt>
    <dgm:pt modelId="{1637EDEE-E920-4745-B3FF-03D47F9D328B}">
      <dgm:prSet/>
      <dgm:spPr/>
      <dgm:t>
        <a:bodyPr/>
        <a:lstStyle/>
        <a:p>
          <a:r>
            <a:rPr lang="en-US" dirty="0"/>
            <a:t>	 A concrete type. You can create values of it.</a:t>
          </a:r>
        </a:p>
      </dgm:t>
    </dgm:pt>
    <dgm:pt modelId="{D862AAB4-B444-43DF-9778-0A2A092E5212}" type="parTrans" cxnId="{46FDDBFA-34FC-4D10-AEE0-567DD147A0A0}">
      <dgm:prSet/>
      <dgm:spPr/>
      <dgm:t>
        <a:bodyPr/>
        <a:lstStyle/>
        <a:p>
          <a:endParaRPr lang="en-US"/>
        </a:p>
      </dgm:t>
    </dgm:pt>
    <dgm:pt modelId="{DFA5D3AF-3AB6-41A2-B63D-55D1F44DE774}" type="sibTrans" cxnId="{46FDDBFA-34FC-4D10-AEE0-567DD147A0A0}">
      <dgm:prSet/>
      <dgm:spPr/>
      <dgm:t>
        <a:bodyPr/>
        <a:lstStyle/>
        <a:p>
          <a:endParaRPr lang="en-US"/>
        </a:p>
      </dgm:t>
    </dgm:pt>
    <dgm:pt modelId="{C035189C-4939-4DC9-9EFE-B91970AEE9C2}" type="pres">
      <dgm:prSet presAssocID="{ED61D1D3-01E2-4E7B-8ACC-C56F3DDB65C0}" presName="linear" presStyleCnt="0">
        <dgm:presLayoutVars>
          <dgm:dir/>
          <dgm:animLvl val="lvl"/>
          <dgm:resizeHandles val="exact"/>
        </dgm:presLayoutVars>
      </dgm:prSet>
      <dgm:spPr/>
    </dgm:pt>
    <dgm:pt modelId="{AB20513D-8E07-45D2-937A-94F30AA67F12}" type="pres">
      <dgm:prSet presAssocID="{78129AF9-7A81-42CE-A74A-56FC9FFDA4BB}" presName="parentLin" presStyleCnt="0"/>
      <dgm:spPr/>
    </dgm:pt>
    <dgm:pt modelId="{A720C700-8A30-466A-A2F5-EF5A80512AD0}" type="pres">
      <dgm:prSet presAssocID="{78129AF9-7A81-42CE-A74A-56FC9FFDA4BB}" presName="parentLeftMargin" presStyleLbl="node1" presStyleIdx="0" presStyleCnt="4"/>
      <dgm:spPr/>
    </dgm:pt>
    <dgm:pt modelId="{DC17AE3D-7610-4734-B7B2-83F44324CE00}" type="pres">
      <dgm:prSet presAssocID="{78129AF9-7A81-42CE-A74A-56FC9FFDA4B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E948C77F-FDC1-4EC9-8464-6598583CE069}" type="pres">
      <dgm:prSet presAssocID="{78129AF9-7A81-42CE-A74A-56FC9FFDA4BB}" presName="negativeSpace" presStyleCnt="0"/>
      <dgm:spPr/>
    </dgm:pt>
    <dgm:pt modelId="{FE7AE8AE-8186-47B3-AA99-1F3E54EA2221}" type="pres">
      <dgm:prSet presAssocID="{78129AF9-7A81-42CE-A74A-56FC9FFDA4BB}" presName="childText" presStyleLbl="conFgAcc1" presStyleIdx="0" presStyleCnt="4">
        <dgm:presLayoutVars>
          <dgm:bulletEnabled val="1"/>
        </dgm:presLayoutVars>
      </dgm:prSet>
      <dgm:spPr/>
    </dgm:pt>
    <dgm:pt modelId="{20FB0953-5D5C-4952-A032-22EDBD7A6DFB}" type="pres">
      <dgm:prSet presAssocID="{074839CC-9624-406D-A34B-7082BA3E7FF6}" presName="spaceBetweenRectangles" presStyleCnt="0"/>
      <dgm:spPr/>
    </dgm:pt>
    <dgm:pt modelId="{0115671A-31D3-4B9C-92D3-2266161AA511}" type="pres">
      <dgm:prSet presAssocID="{D766AB5B-C979-4174-9061-823D94E086C3}" presName="parentLin" presStyleCnt="0"/>
      <dgm:spPr/>
    </dgm:pt>
    <dgm:pt modelId="{1649CEA3-A9C5-4145-BD84-B9F730149A53}" type="pres">
      <dgm:prSet presAssocID="{D766AB5B-C979-4174-9061-823D94E086C3}" presName="parentLeftMargin" presStyleLbl="node1" presStyleIdx="0" presStyleCnt="4"/>
      <dgm:spPr/>
    </dgm:pt>
    <dgm:pt modelId="{E4224F60-4497-49F0-8A2E-41D9725FE66D}" type="pres">
      <dgm:prSet presAssocID="{D766AB5B-C979-4174-9061-823D94E086C3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E48F0994-6A6E-4CB4-85FD-35F8E95819F1}" type="pres">
      <dgm:prSet presAssocID="{D766AB5B-C979-4174-9061-823D94E086C3}" presName="negativeSpace" presStyleCnt="0"/>
      <dgm:spPr/>
    </dgm:pt>
    <dgm:pt modelId="{D1A2C43F-1895-4E58-8C0A-22F41A1CD3E5}" type="pres">
      <dgm:prSet presAssocID="{D766AB5B-C979-4174-9061-823D94E086C3}" presName="childText" presStyleLbl="conFgAcc1" presStyleIdx="1" presStyleCnt="4">
        <dgm:presLayoutVars>
          <dgm:bulletEnabled val="1"/>
        </dgm:presLayoutVars>
      </dgm:prSet>
      <dgm:spPr/>
    </dgm:pt>
    <dgm:pt modelId="{BBF67130-EA33-44B5-A99B-5AB40DD47F69}" type="pres">
      <dgm:prSet presAssocID="{F2CF0C2D-B5F1-407D-9568-65F91776F047}" presName="spaceBetweenRectangles" presStyleCnt="0"/>
      <dgm:spPr/>
    </dgm:pt>
    <dgm:pt modelId="{888A2708-C4BA-4378-9829-E4D3DB14A9E3}" type="pres">
      <dgm:prSet presAssocID="{6C328FC2-1A34-42F9-82D3-2F73CE779ED7}" presName="parentLin" presStyleCnt="0"/>
      <dgm:spPr/>
    </dgm:pt>
    <dgm:pt modelId="{83166D49-0240-467E-9A1C-BF5208F9F4C6}" type="pres">
      <dgm:prSet presAssocID="{6C328FC2-1A34-42F9-82D3-2F73CE779ED7}" presName="parentLeftMargin" presStyleLbl="node1" presStyleIdx="1" presStyleCnt="4"/>
      <dgm:spPr/>
    </dgm:pt>
    <dgm:pt modelId="{A8242364-E586-4CC1-B19E-CA34A4E3326F}" type="pres">
      <dgm:prSet presAssocID="{6C328FC2-1A34-42F9-82D3-2F73CE779ED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25CCFDCF-157C-48D4-9ED3-9B2C67DC909B}" type="pres">
      <dgm:prSet presAssocID="{6C328FC2-1A34-42F9-82D3-2F73CE779ED7}" presName="negativeSpace" presStyleCnt="0"/>
      <dgm:spPr/>
    </dgm:pt>
    <dgm:pt modelId="{C042A0AB-56D7-4051-8CAA-02D8D22FBF34}" type="pres">
      <dgm:prSet presAssocID="{6C328FC2-1A34-42F9-82D3-2F73CE779ED7}" presName="childText" presStyleLbl="conFgAcc1" presStyleIdx="2" presStyleCnt="4">
        <dgm:presLayoutVars>
          <dgm:bulletEnabled val="1"/>
        </dgm:presLayoutVars>
      </dgm:prSet>
      <dgm:spPr/>
    </dgm:pt>
    <dgm:pt modelId="{7B2443EB-D7B3-4758-A706-68F854CEEF21}" type="pres">
      <dgm:prSet presAssocID="{0A72A100-9881-4303-92A5-702F14DA19EC}" presName="spaceBetweenRectangles" presStyleCnt="0"/>
      <dgm:spPr/>
    </dgm:pt>
    <dgm:pt modelId="{BC554B0F-2E42-40D3-843C-337AA36FB237}" type="pres">
      <dgm:prSet presAssocID="{CDA34ED7-A8BC-42B3-8B93-4E0D4F1F29C2}" presName="parentLin" presStyleCnt="0"/>
      <dgm:spPr/>
    </dgm:pt>
    <dgm:pt modelId="{832EAC89-0380-4E83-8BDA-34DE30069F1F}" type="pres">
      <dgm:prSet presAssocID="{CDA34ED7-A8BC-42B3-8B93-4E0D4F1F29C2}" presName="parentLeftMargin" presStyleLbl="node1" presStyleIdx="2" presStyleCnt="4"/>
      <dgm:spPr/>
    </dgm:pt>
    <dgm:pt modelId="{E0909B83-00BB-477F-8519-6D88D24AED2F}" type="pres">
      <dgm:prSet presAssocID="{CDA34ED7-A8BC-42B3-8B93-4E0D4F1F29C2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90F10557-09BD-4E79-AE08-7A8A172C38DD}" type="pres">
      <dgm:prSet presAssocID="{CDA34ED7-A8BC-42B3-8B93-4E0D4F1F29C2}" presName="negativeSpace" presStyleCnt="0"/>
      <dgm:spPr/>
    </dgm:pt>
    <dgm:pt modelId="{F1552565-5149-4042-84F4-29E24D064AC6}" type="pres">
      <dgm:prSet presAssocID="{CDA34ED7-A8BC-42B3-8B93-4E0D4F1F29C2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768C5202-108D-4468-A46A-1B9BA0A05E55}" type="presOf" srcId="{981C81BF-EDF3-41EE-ADA8-A04E4BD91274}" destId="{C042A0AB-56D7-4051-8CAA-02D8D22FBF34}" srcOrd="0" destOrd="0" presId="urn:microsoft.com/office/officeart/2005/8/layout/list1"/>
    <dgm:cxn modelId="{4217C40D-117F-4904-8265-54F7B3B05B18}" srcId="{78129AF9-7A81-42CE-A74A-56FC9FFDA4BB}" destId="{46490352-71BD-4BE6-B4A1-D61D4C673918}" srcOrd="1" destOrd="0" parTransId="{404347C8-9BEC-42EF-90FC-E977F25F83BC}" sibTransId="{64EF5EF0-5A37-45AD-88DC-4A4152468819}"/>
    <dgm:cxn modelId="{7E2AE414-37E7-436F-B03B-93492CBEE7A4}" type="presOf" srcId="{6C328FC2-1A34-42F9-82D3-2F73CE779ED7}" destId="{83166D49-0240-467E-9A1C-BF5208F9F4C6}" srcOrd="0" destOrd="0" presId="urn:microsoft.com/office/officeart/2005/8/layout/list1"/>
    <dgm:cxn modelId="{0CB6E117-F3B7-4287-B6C0-45A4635DD641}" srcId="{ED61D1D3-01E2-4E7B-8ACC-C56F3DDB65C0}" destId="{CDA34ED7-A8BC-42B3-8B93-4E0D4F1F29C2}" srcOrd="3" destOrd="0" parTransId="{EADD37F0-632C-4871-B38E-F33D585F9DE7}" sibTransId="{FB4A860B-F118-4BDF-88F2-C459684DCD54}"/>
    <dgm:cxn modelId="{A0B3BD18-4741-4212-A14B-E9ED93C4CCF4}" srcId="{ED61D1D3-01E2-4E7B-8ACC-C56F3DDB65C0}" destId="{D766AB5B-C979-4174-9061-823D94E086C3}" srcOrd="1" destOrd="0" parTransId="{5ACC5C95-A6DF-48E6-AB55-B05C19BBC290}" sibTransId="{F2CF0C2D-B5F1-407D-9568-65F91776F047}"/>
    <dgm:cxn modelId="{CB352820-66C9-40E6-B10F-724215F05D4A}" srcId="{D766AB5B-C979-4174-9061-823D94E086C3}" destId="{55C05AC3-1BCF-484E-BBBB-E501640BE75C}" srcOrd="0" destOrd="0" parTransId="{AD35F87B-2EF8-4AFB-A2D8-7D522821749D}" sibTransId="{4C2CA528-124C-487B-926B-FC43B7520207}"/>
    <dgm:cxn modelId="{D83F802B-AC07-4955-A9E4-79B680BE8926}" type="presOf" srcId="{44176D0C-69DE-4F95-80D9-4751F7F41ABD}" destId="{F1552565-5149-4042-84F4-29E24D064AC6}" srcOrd="0" destOrd="0" presId="urn:microsoft.com/office/officeart/2005/8/layout/list1"/>
    <dgm:cxn modelId="{2741172E-255F-4BA3-A4ED-34CF948FE4E4}" type="presOf" srcId="{D766AB5B-C979-4174-9061-823D94E086C3}" destId="{E4224F60-4497-49F0-8A2E-41D9725FE66D}" srcOrd="1" destOrd="0" presId="urn:microsoft.com/office/officeart/2005/8/layout/list1"/>
    <dgm:cxn modelId="{3DA7612F-2816-4B83-A25B-3509F166809E}" type="presOf" srcId="{1637EDEE-E920-4745-B3FF-03D47F9D328B}" destId="{FE7AE8AE-8186-47B3-AA99-1F3E54EA2221}" srcOrd="0" destOrd="3" presId="urn:microsoft.com/office/officeart/2005/8/layout/list1"/>
    <dgm:cxn modelId="{6AF63334-4479-4B3C-923A-B4BB66C01549}" type="presOf" srcId="{CDA34ED7-A8BC-42B3-8B93-4E0D4F1F29C2}" destId="{832EAC89-0380-4E83-8BDA-34DE30069F1F}" srcOrd="0" destOrd="0" presId="urn:microsoft.com/office/officeart/2005/8/layout/list1"/>
    <dgm:cxn modelId="{56220138-ACC3-4278-BCE6-329775A69182}" type="presOf" srcId="{DB7102A7-F2FB-415F-A5C5-79827EE459EC}" destId="{C042A0AB-56D7-4051-8CAA-02D8D22FBF34}" srcOrd="0" destOrd="1" presId="urn:microsoft.com/office/officeart/2005/8/layout/list1"/>
    <dgm:cxn modelId="{E9AA5A3D-F3FC-4797-967E-91B5E6CA8283}" srcId="{6C328FC2-1A34-42F9-82D3-2F73CE779ED7}" destId="{DB7102A7-F2FB-415F-A5C5-79827EE459EC}" srcOrd="1" destOrd="0" parTransId="{0E7EA328-862B-4BCD-91BA-F1DCE1FFBBED}" sibTransId="{34A77CD0-CA02-4260-AC46-FB00C56B0601}"/>
    <dgm:cxn modelId="{EBA30461-D8DF-402C-AEDC-9860F2314259}" type="presOf" srcId="{55C05AC3-1BCF-484E-BBBB-E501640BE75C}" destId="{D1A2C43F-1895-4E58-8C0A-22F41A1CD3E5}" srcOrd="0" destOrd="0" presId="urn:microsoft.com/office/officeart/2005/8/layout/list1"/>
    <dgm:cxn modelId="{87823154-FFBD-41AB-9B01-292821491687}" type="presOf" srcId="{ED61D1D3-01E2-4E7B-8ACC-C56F3DDB65C0}" destId="{C035189C-4939-4DC9-9EFE-B91970AEE9C2}" srcOrd="0" destOrd="0" presId="urn:microsoft.com/office/officeart/2005/8/layout/list1"/>
    <dgm:cxn modelId="{677DD776-53BB-4A3D-A0D1-9A7216C45C37}" srcId="{78129AF9-7A81-42CE-A74A-56FC9FFDA4BB}" destId="{B3E91143-95B2-48EF-B5B7-386090017827}" srcOrd="0" destOrd="0" parTransId="{691A4AB4-FE70-4F1B-94E3-167F553E89DF}" sibTransId="{D572C989-5E57-4B4C-A661-C061857C7E74}"/>
    <dgm:cxn modelId="{8962E558-3F7B-4EF6-86AA-712CB1638CC8}" type="presOf" srcId="{78129AF9-7A81-42CE-A74A-56FC9FFDA4BB}" destId="{A720C700-8A30-466A-A2F5-EF5A80512AD0}" srcOrd="0" destOrd="0" presId="urn:microsoft.com/office/officeart/2005/8/layout/list1"/>
    <dgm:cxn modelId="{0554D579-42FE-461D-AA05-46DE011C4641}" srcId="{ED61D1D3-01E2-4E7B-8ACC-C56F3DDB65C0}" destId="{78129AF9-7A81-42CE-A74A-56FC9FFDA4BB}" srcOrd="0" destOrd="0" parTransId="{3EE31908-C7FA-4263-8F7B-4CB750768A18}" sibTransId="{074839CC-9624-406D-A34B-7082BA3E7FF6}"/>
    <dgm:cxn modelId="{ED4D8A83-698E-41A7-852E-2A9525CAEDE5}" type="presOf" srcId="{78129AF9-7A81-42CE-A74A-56FC9FFDA4BB}" destId="{DC17AE3D-7610-4734-B7B2-83F44324CE00}" srcOrd="1" destOrd="0" presId="urn:microsoft.com/office/officeart/2005/8/layout/list1"/>
    <dgm:cxn modelId="{8857EE8A-6DFC-4BEF-8D7D-45F6A810872F}" type="presOf" srcId="{B3E91143-95B2-48EF-B5B7-386090017827}" destId="{FE7AE8AE-8186-47B3-AA99-1F3E54EA2221}" srcOrd="0" destOrd="0" presId="urn:microsoft.com/office/officeart/2005/8/layout/list1"/>
    <dgm:cxn modelId="{4DF4D390-0F1D-452A-A703-A13B0BCFA714}" srcId="{B3E91143-95B2-48EF-B5B7-386090017827}" destId="{5DBB7D7A-3374-4756-92C3-DE8DA9A994CC}" srcOrd="0" destOrd="0" parTransId="{FDEA574A-3F2C-4969-8FFC-4936DA53F709}" sibTransId="{7E35DDFE-60D4-4701-BBAF-C93BF767B868}"/>
    <dgm:cxn modelId="{555CCE96-33D9-42C7-92CD-C3BC84722A04}" srcId="{6C328FC2-1A34-42F9-82D3-2F73CE779ED7}" destId="{981C81BF-EDF3-41EE-ADA8-A04E4BD91274}" srcOrd="0" destOrd="0" parTransId="{FD94835C-B45B-43FB-B99F-FBE3CA4B8D3E}" sibTransId="{F002C07E-89CF-4BA2-A269-1BA1E6775A64}"/>
    <dgm:cxn modelId="{4AE6659E-1151-4758-AD91-F0FC69A30632}" type="presOf" srcId="{6C328FC2-1A34-42F9-82D3-2F73CE779ED7}" destId="{A8242364-E586-4CC1-B19E-CA34A4E3326F}" srcOrd="1" destOrd="0" presId="urn:microsoft.com/office/officeart/2005/8/layout/list1"/>
    <dgm:cxn modelId="{EA6B3B9F-F593-4A59-837B-0C0FB35671C5}" type="presOf" srcId="{CDA34ED7-A8BC-42B3-8B93-4E0D4F1F29C2}" destId="{E0909B83-00BB-477F-8519-6D88D24AED2F}" srcOrd="1" destOrd="0" presId="urn:microsoft.com/office/officeart/2005/8/layout/list1"/>
    <dgm:cxn modelId="{9BC683A1-D6B5-4F15-9BE5-CEB805816175}" srcId="{CDA34ED7-A8BC-42B3-8B93-4E0D4F1F29C2}" destId="{44176D0C-69DE-4F95-80D9-4751F7F41ABD}" srcOrd="0" destOrd="0" parTransId="{C4CF17FD-7EAD-4D69-9237-8D98849DC83C}" sibTransId="{50DF03CE-40DE-4170-8D97-94B0C0132D64}"/>
    <dgm:cxn modelId="{8FF0AFC8-7EDD-4FB8-BB62-11CB3D5E0FD7}" type="presOf" srcId="{46490352-71BD-4BE6-B4A1-D61D4C673918}" destId="{FE7AE8AE-8186-47B3-AA99-1F3E54EA2221}" srcOrd="0" destOrd="2" presId="urn:microsoft.com/office/officeart/2005/8/layout/list1"/>
    <dgm:cxn modelId="{9DFA00DF-2509-4AE9-B0A2-134E5FF90F4F}" type="presOf" srcId="{5DBB7D7A-3374-4756-92C3-DE8DA9A994CC}" destId="{FE7AE8AE-8186-47B3-AA99-1F3E54EA2221}" srcOrd="0" destOrd="1" presId="urn:microsoft.com/office/officeart/2005/8/layout/list1"/>
    <dgm:cxn modelId="{5CAE12E9-CEC7-4CDD-AAB6-F45BB0E167CF}" srcId="{ED61D1D3-01E2-4E7B-8ACC-C56F3DDB65C0}" destId="{6C328FC2-1A34-42F9-82D3-2F73CE779ED7}" srcOrd="2" destOrd="0" parTransId="{0D9F12FD-B146-4273-BA50-2A035C7324C8}" sibTransId="{0A72A100-9881-4303-92A5-702F14DA19EC}"/>
    <dgm:cxn modelId="{CAEDE0ED-2E34-405D-A288-ED808A556486}" type="presOf" srcId="{D766AB5B-C979-4174-9061-823D94E086C3}" destId="{1649CEA3-A9C5-4145-BD84-B9F730149A53}" srcOrd="0" destOrd="0" presId="urn:microsoft.com/office/officeart/2005/8/layout/list1"/>
    <dgm:cxn modelId="{46FDDBFA-34FC-4D10-AEE0-567DD147A0A0}" srcId="{46490352-71BD-4BE6-B4A1-D61D4C673918}" destId="{1637EDEE-E920-4745-B3FF-03D47F9D328B}" srcOrd="0" destOrd="0" parTransId="{D862AAB4-B444-43DF-9778-0A2A092E5212}" sibTransId="{DFA5D3AF-3AB6-41A2-B63D-55D1F44DE774}"/>
    <dgm:cxn modelId="{6A0E8B30-6973-4F55-8847-1C9D2E383B7A}" type="presParOf" srcId="{C035189C-4939-4DC9-9EFE-B91970AEE9C2}" destId="{AB20513D-8E07-45D2-937A-94F30AA67F12}" srcOrd="0" destOrd="0" presId="urn:microsoft.com/office/officeart/2005/8/layout/list1"/>
    <dgm:cxn modelId="{9B71133A-B3A5-4276-87DA-1460AA9C5798}" type="presParOf" srcId="{AB20513D-8E07-45D2-937A-94F30AA67F12}" destId="{A720C700-8A30-466A-A2F5-EF5A80512AD0}" srcOrd="0" destOrd="0" presId="urn:microsoft.com/office/officeart/2005/8/layout/list1"/>
    <dgm:cxn modelId="{DC0282AF-462D-4A04-AD5D-132D9AB28FD7}" type="presParOf" srcId="{AB20513D-8E07-45D2-937A-94F30AA67F12}" destId="{DC17AE3D-7610-4734-B7B2-83F44324CE00}" srcOrd="1" destOrd="0" presId="urn:microsoft.com/office/officeart/2005/8/layout/list1"/>
    <dgm:cxn modelId="{92D8CDB0-1D2A-48EF-B916-5484582007D4}" type="presParOf" srcId="{C035189C-4939-4DC9-9EFE-B91970AEE9C2}" destId="{E948C77F-FDC1-4EC9-8464-6598583CE069}" srcOrd="1" destOrd="0" presId="urn:microsoft.com/office/officeart/2005/8/layout/list1"/>
    <dgm:cxn modelId="{EB09DE66-FF5E-4FDE-97DB-06EEBE2498FA}" type="presParOf" srcId="{C035189C-4939-4DC9-9EFE-B91970AEE9C2}" destId="{FE7AE8AE-8186-47B3-AA99-1F3E54EA2221}" srcOrd="2" destOrd="0" presId="urn:microsoft.com/office/officeart/2005/8/layout/list1"/>
    <dgm:cxn modelId="{2EA9C615-06F5-4A52-B6F2-DBA67F2AA6A8}" type="presParOf" srcId="{C035189C-4939-4DC9-9EFE-B91970AEE9C2}" destId="{20FB0953-5D5C-4952-A032-22EDBD7A6DFB}" srcOrd="3" destOrd="0" presId="urn:microsoft.com/office/officeart/2005/8/layout/list1"/>
    <dgm:cxn modelId="{C234E7C8-AE8E-4F7B-94AC-9135FFF2FAF9}" type="presParOf" srcId="{C035189C-4939-4DC9-9EFE-B91970AEE9C2}" destId="{0115671A-31D3-4B9C-92D3-2266161AA511}" srcOrd="4" destOrd="0" presId="urn:microsoft.com/office/officeart/2005/8/layout/list1"/>
    <dgm:cxn modelId="{8E768F93-C7E7-469A-B208-3DD3E8A5F9C5}" type="presParOf" srcId="{0115671A-31D3-4B9C-92D3-2266161AA511}" destId="{1649CEA3-A9C5-4145-BD84-B9F730149A53}" srcOrd="0" destOrd="0" presId="urn:microsoft.com/office/officeart/2005/8/layout/list1"/>
    <dgm:cxn modelId="{64689FE8-87ED-4A2A-BCA0-C4059000FBB8}" type="presParOf" srcId="{0115671A-31D3-4B9C-92D3-2266161AA511}" destId="{E4224F60-4497-49F0-8A2E-41D9725FE66D}" srcOrd="1" destOrd="0" presId="urn:microsoft.com/office/officeart/2005/8/layout/list1"/>
    <dgm:cxn modelId="{CAED2258-679D-4695-9E24-D3E48DCC47BA}" type="presParOf" srcId="{C035189C-4939-4DC9-9EFE-B91970AEE9C2}" destId="{E48F0994-6A6E-4CB4-85FD-35F8E95819F1}" srcOrd="5" destOrd="0" presId="urn:microsoft.com/office/officeart/2005/8/layout/list1"/>
    <dgm:cxn modelId="{410E92EE-0048-45EE-A72A-13DF3085148D}" type="presParOf" srcId="{C035189C-4939-4DC9-9EFE-B91970AEE9C2}" destId="{D1A2C43F-1895-4E58-8C0A-22F41A1CD3E5}" srcOrd="6" destOrd="0" presId="urn:microsoft.com/office/officeart/2005/8/layout/list1"/>
    <dgm:cxn modelId="{CA38EBB0-D1FD-4565-947A-8E3947C39B74}" type="presParOf" srcId="{C035189C-4939-4DC9-9EFE-B91970AEE9C2}" destId="{BBF67130-EA33-44B5-A99B-5AB40DD47F69}" srcOrd="7" destOrd="0" presId="urn:microsoft.com/office/officeart/2005/8/layout/list1"/>
    <dgm:cxn modelId="{06734835-E8CE-41CD-BE92-340D7F3D319A}" type="presParOf" srcId="{C035189C-4939-4DC9-9EFE-B91970AEE9C2}" destId="{888A2708-C4BA-4378-9829-E4D3DB14A9E3}" srcOrd="8" destOrd="0" presId="urn:microsoft.com/office/officeart/2005/8/layout/list1"/>
    <dgm:cxn modelId="{A3077AB0-B190-4F4B-9DED-7B6936F76EF5}" type="presParOf" srcId="{888A2708-C4BA-4378-9829-E4D3DB14A9E3}" destId="{83166D49-0240-467E-9A1C-BF5208F9F4C6}" srcOrd="0" destOrd="0" presId="urn:microsoft.com/office/officeart/2005/8/layout/list1"/>
    <dgm:cxn modelId="{31C1A652-9C2E-4A89-A93D-6C47192CA771}" type="presParOf" srcId="{888A2708-C4BA-4378-9829-E4D3DB14A9E3}" destId="{A8242364-E586-4CC1-B19E-CA34A4E3326F}" srcOrd="1" destOrd="0" presId="urn:microsoft.com/office/officeart/2005/8/layout/list1"/>
    <dgm:cxn modelId="{6E949765-FB2D-4BD1-9098-66F6E1502055}" type="presParOf" srcId="{C035189C-4939-4DC9-9EFE-B91970AEE9C2}" destId="{25CCFDCF-157C-48D4-9ED3-9B2C67DC909B}" srcOrd="9" destOrd="0" presId="urn:microsoft.com/office/officeart/2005/8/layout/list1"/>
    <dgm:cxn modelId="{D7BB233B-3EBD-4E67-9FA6-1E239D2E77D5}" type="presParOf" srcId="{C035189C-4939-4DC9-9EFE-B91970AEE9C2}" destId="{C042A0AB-56D7-4051-8CAA-02D8D22FBF34}" srcOrd="10" destOrd="0" presId="urn:microsoft.com/office/officeart/2005/8/layout/list1"/>
    <dgm:cxn modelId="{FF9A74CD-F362-40EC-8F3D-B5B062B4F35B}" type="presParOf" srcId="{C035189C-4939-4DC9-9EFE-B91970AEE9C2}" destId="{7B2443EB-D7B3-4758-A706-68F854CEEF21}" srcOrd="11" destOrd="0" presId="urn:microsoft.com/office/officeart/2005/8/layout/list1"/>
    <dgm:cxn modelId="{87D8054A-3568-42A5-A26F-9B4A4EB419EC}" type="presParOf" srcId="{C035189C-4939-4DC9-9EFE-B91970AEE9C2}" destId="{BC554B0F-2E42-40D3-843C-337AA36FB237}" srcOrd="12" destOrd="0" presId="urn:microsoft.com/office/officeart/2005/8/layout/list1"/>
    <dgm:cxn modelId="{CF227B4B-1533-4D3B-9B6E-BC4B9E1B8538}" type="presParOf" srcId="{BC554B0F-2E42-40D3-843C-337AA36FB237}" destId="{832EAC89-0380-4E83-8BDA-34DE30069F1F}" srcOrd="0" destOrd="0" presId="urn:microsoft.com/office/officeart/2005/8/layout/list1"/>
    <dgm:cxn modelId="{EF204050-6E3F-4C0E-A1BE-5EB8398C21B0}" type="presParOf" srcId="{BC554B0F-2E42-40D3-843C-337AA36FB237}" destId="{E0909B83-00BB-477F-8519-6D88D24AED2F}" srcOrd="1" destOrd="0" presId="urn:microsoft.com/office/officeart/2005/8/layout/list1"/>
    <dgm:cxn modelId="{F0CA7A74-3498-449D-B441-01FB358480C4}" type="presParOf" srcId="{C035189C-4939-4DC9-9EFE-B91970AEE9C2}" destId="{90F10557-09BD-4E79-AE08-7A8A172C38DD}" srcOrd="13" destOrd="0" presId="urn:microsoft.com/office/officeart/2005/8/layout/list1"/>
    <dgm:cxn modelId="{4C01F2BD-CDA6-4D29-B40D-BC8FE820B425}" type="presParOf" srcId="{C035189C-4939-4DC9-9EFE-B91970AEE9C2}" destId="{F1552565-5149-4042-84F4-29E24D064AC6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25C4F1-76BE-4343-A86C-B62999DAFA3C}">
      <dsp:nvSpPr>
        <dsp:cNvPr id="0" name=""/>
        <dsp:cNvSpPr/>
      </dsp:nvSpPr>
      <dsp:spPr>
        <a:xfrm>
          <a:off x="0" y="263277"/>
          <a:ext cx="6666833" cy="23026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an interface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US" sz="1700" kern="1200" dirty="0"/>
            <a:t>If two types implement the same interface, either can be used where interface is required.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method implementations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Shared code supplied once, used by many implementing types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sometimes fields/state </a:t>
          </a:r>
        </a:p>
      </dsp:txBody>
      <dsp:txXfrm>
        <a:off x="0" y="263277"/>
        <a:ext cx="6666833" cy="2302650"/>
      </dsp:txXfrm>
    </dsp:sp>
    <dsp:sp modelId="{A46C64D2-EEB2-4DD2-A65C-70AB3978633D}">
      <dsp:nvSpPr>
        <dsp:cNvPr id="0" name=""/>
        <dsp:cNvSpPr/>
      </dsp:nvSpPr>
      <dsp:spPr>
        <a:xfrm>
          <a:off x="333341" y="12357"/>
          <a:ext cx="4666783" cy="5018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In class-based OO, a subtype can inherit:</a:t>
          </a:r>
        </a:p>
      </dsp:txBody>
      <dsp:txXfrm>
        <a:off x="357839" y="36855"/>
        <a:ext cx="4617787" cy="452844"/>
      </dsp:txXfrm>
    </dsp:sp>
    <dsp:sp modelId="{F5C8A4A8-BE15-484F-9406-7BCE258C17E5}">
      <dsp:nvSpPr>
        <dsp:cNvPr id="0" name=""/>
        <dsp:cNvSpPr/>
      </dsp:nvSpPr>
      <dsp:spPr>
        <a:xfrm>
          <a:off x="0" y="2908647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4050717"/>
              <a:satOff val="-275"/>
              <a:lumOff val="65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A0CD7E-F5A1-44AE-90CB-4EDF724FE801}">
      <dsp:nvSpPr>
        <dsp:cNvPr id="0" name=""/>
        <dsp:cNvSpPr/>
      </dsp:nvSpPr>
      <dsp:spPr>
        <a:xfrm>
          <a:off x="333341" y="2657727"/>
          <a:ext cx="4666783" cy="501840"/>
        </a:xfrm>
        <a:prstGeom prst="roundRect">
          <a:avLst/>
        </a:prstGeom>
        <a:gradFill rotWithShape="0">
          <a:gsLst>
            <a:gs pos="0">
              <a:schemeClr val="accent5">
                <a:hueOff val="-4050717"/>
                <a:satOff val="-275"/>
                <a:lumOff val="65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4050717"/>
                <a:satOff val="-275"/>
                <a:lumOff val="65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4050717"/>
                <a:satOff val="-275"/>
                <a:lumOff val="65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Rust does </a:t>
          </a:r>
          <a:r>
            <a:rPr lang="en-US" sz="1700" b="1" kern="1200"/>
            <a:t>not</a:t>
          </a:r>
          <a:r>
            <a:rPr lang="en-US" sz="1700" kern="1200"/>
            <a:t> have class inheritance</a:t>
          </a:r>
        </a:p>
      </dsp:txBody>
      <dsp:txXfrm>
        <a:off x="357839" y="2682225"/>
        <a:ext cx="4617787" cy="452844"/>
      </dsp:txXfrm>
    </dsp:sp>
    <dsp:sp modelId="{EEEF16EE-977C-425F-85B9-63D7E9C19DF1}">
      <dsp:nvSpPr>
        <dsp:cNvPr id="0" name=""/>
        <dsp:cNvSpPr/>
      </dsp:nvSpPr>
      <dsp:spPr>
        <a:xfrm>
          <a:off x="0" y="3679767"/>
          <a:ext cx="6666833" cy="9906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8101434"/>
              <a:satOff val="-551"/>
              <a:lumOff val="1307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shared interfaces 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shared behavior </a:t>
          </a:r>
        </a:p>
      </dsp:txBody>
      <dsp:txXfrm>
        <a:off x="0" y="3679767"/>
        <a:ext cx="6666833" cy="990675"/>
      </dsp:txXfrm>
    </dsp:sp>
    <dsp:sp modelId="{10009CDD-02B3-4725-BA4F-B411A2947E2B}">
      <dsp:nvSpPr>
        <dsp:cNvPr id="0" name=""/>
        <dsp:cNvSpPr/>
      </dsp:nvSpPr>
      <dsp:spPr>
        <a:xfrm>
          <a:off x="333341" y="3428847"/>
          <a:ext cx="4666783" cy="501840"/>
        </a:xfrm>
        <a:prstGeom prst="roundRect">
          <a:avLst/>
        </a:prstGeom>
        <a:gradFill rotWithShape="0">
          <a:gsLst>
            <a:gs pos="0">
              <a:schemeClr val="accent5">
                <a:hueOff val="-8101434"/>
                <a:satOff val="-551"/>
                <a:lumOff val="130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8101434"/>
                <a:satOff val="-551"/>
                <a:lumOff val="130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8101434"/>
                <a:satOff val="-551"/>
                <a:lumOff val="130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But Rust has tools for the first two:</a:t>
          </a:r>
        </a:p>
      </dsp:txBody>
      <dsp:txXfrm>
        <a:off x="357839" y="3453345"/>
        <a:ext cx="4617787" cy="452844"/>
      </dsp:txXfrm>
    </dsp:sp>
    <dsp:sp modelId="{9CA8C7E0-A033-4140-8F89-D390D6922867}">
      <dsp:nvSpPr>
        <dsp:cNvPr id="0" name=""/>
        <dsp:cNvSpPr/>
      </dsp:nvSpPr>
      <dsp:spPr>
        <a:xfrm>
          <a:off x="0" y="5013162"/>
          <a:ext cx="6666833" cy="4284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569956-D6CE-4FC0-A616-CDDD73C1CF37}">
      <dsp:nvSpPr>
        <dsp:cNvPr id="0" name=""/>
        <dsp:cNvSpPr/>
      </dsp:nvSpPr>
      <dsp:spPr>
        <a:xfrm>
          <a:off x="333341" y="4762242"/>
          <a:ext cx="4666783" cy="501840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This talk is about those tools</a:t>
          </a:r>
        </a:p>
      </dsp:txBody>
      <dsp:txXfrm>
        <a:off x="357839" y="4786740"/>
        <a:ext cx="4617787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E7AE8AE-8186-47B3-AA99-1F3E54EA2221}">
      <dsp:nvSpPr>
        <dsp:cNvPr id="0" name=""/>
        <dsp:cNvSpPr/>
      </dsp:nvSpPr>
      <dsp:spPr>
        <a:xfrm>
          <a:off x="0" y="343602"/>
          <a:ext cx="6666833" cy="1552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Interface / Abstract Class ≈ Trait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	A contract or role. You don’t create one directly.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Concrete Class ≈ Struct / Enum</a:t>
          </a:r>
        </a:p>
        <a:p>
          <a:pPr marL="342900" lvl="2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	 A concrete type. You can create values of it.</a:t>
          </a:r>
        </a:p>
      </dsp:txBody>
      <dsp:txXfrm>
        <a:off x="0" y="343602"/>
        <a:ext cx="6666833" cy="1552950"/>
      </dsp:txXfrm>
    </dsp:sp>
    <dsp:sp modelId="{DC17AE3D-7610-4734-B7B2-83F44324CE00}">
      <dsp:nvSpPr>
        <dsp:cNvPr id="0" name=""/>
        <dsp:cNvSpPr/>
      </dsp:nvSpPr>
      <dsp:spPr>
        <a:xfrm>
          <a:off x="333341" y="92682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Definitions</a:t>
          </a:r>
        </a:p>
      </dsp:txBody>
      <dsp:txXfrm>
        <a:off x="357839" y="117180"/>
        <a:ext cx="4617787" cy="452844"/>
      </dsp:txXfrm>
    </dsp:sp>
    <dsp:sp modelId="{D1A2C43F-1895-4E58-8C0A-22F41A1CD3E5}">
      <dsp:nvSpPr>
        <dsp:cNvPr id="0" name=""/>
        <dsp:cNvSpPr/>
      </dsp:nvSpPr>
      <dsp:spPr>
        <a:xfrm>
          <a:off x="0" y="2239272"/>
          <a:ext cx="6666833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2147871"/>
              <a:satOff val="-6164"/>
              <a:lumOff val="-987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C++, C#, Python*, Smalltalk</a:t>
          </a:r>
        </a:p>
      </dsp:txBody>
      <dsp:txXfrm>
        <a:off x="0" y="2239272"/>
        <a:ext cx="6666833" cy="722925"/>
      </dsp:txXfrm>
    </dsp:sp>
    <dsp:sp modelId="{E4224F60-4497-49F0-8A2E-41D9725FE66D}">
      <dsp:nvSpPr>
        <dsp:cNvPr id="0" name=""/>
        <dsp:cNvSpPr/>
      </dsp:nvSpPr>
      <dsp:spPr>
        <a:xfrm>
          <a:off x="333341" y="1988352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Credentials</a:t>
          </a:r>
        </a:p>
      </dsp:txBody>
      <dsp:txXfrm>
        <a:off x="357839" y="2012850"/>
        <a:ext cx="4617787" cy="452844"/>
      </dsp:txXfrm>
    </dsp:sp>
    <dsp:sp modelId="{C042A0AB-56D7-4051-8CAA-02D8D22FBF34}">
      <dsp:nvSpPr>
        <dsp:cNvPr id="0" name=""/>
        <dsp:cNvSpPr/>
      </dsp:nvSpPr>
      <dsp:spPr>
        <a:xfrm>
          <a:off x="0" y="3304917"/>
          <a:ext cx="6666833" cy="9906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4295743"/>
              <a:satOff val="-12329"/>
              <a:lumOff val="-1973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9 puzzles &amp; Rust solutions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/>
            <a:t>Inspired by real code</a:t>
          </a:r>
        </a:p>
      </dsp:txBody>
      <dsp:txXfrm>
        <a:off x="0" y="3304917"/>
        <a:ext cx="6666833" cy="990675"/>
      </dsp:txXfrm>
    </dsp:sp>
    <dsp:sp modelId="{A8242364-E586-4CC1-B19E-CA34A4E3326F}">
      <dsp:nvSpPr>
        <dsp:cNvPr id="0" name=""/>
        <dsp:cNvSpPr/>
      </dsp:nvSpPr>
      <dsp:spPr>
        <a:xfrm>
          <a:off x="333341" y="3053997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4295743"/>
                <a:satOff val="-12329"/>
                <a:lumOff val="-1973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4295743"/>
                <a:satOff val="-12329"/>
                <a:lumOff val="-1973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4295743"/>
                <a:satOff val="-12329"/>
                <a:lumOff val="-1973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Format</a:t>
          </a:r>
        </a:p>
      </dsp:txBody>
      <dsp:txXfrm>
        <a:off x="357839" y="3078495"/>
        <a:ext cx="4617787" cy="452844"/>
      </dsp:txXfrm>
    </dsp:sp>
    <dsp:sp modelId="{F1552565-5149-4042-84F4-29E24D064AC6}">
      <dsp:nvSpPr>
        <dsp:cNvPr id="0" name=""/>
        <dsp:cNvSpPr/>
      </dsp:nvSpPr>
      <dsp:spPr>
        <a:xfrm>
          <a:off x="0" y="4638312"/>
          <a:ext cx="6666833" cy="7229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17420" tIns="354076" rIns="517420" bIns="120904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700" kern="1200" dirty="0"/>
            <a:t>Except: “Define object-oriented.”</a:t>
          </a:r>
        </a:p>
      </dsp:txBody>
      <dsp:txXfrm>
        <a:off x="0" y="4638312"/>
        <a:ext cx="6666833" cy="722925"/>
      </dsp:txXfrm>
    </dsp:sp>
    <dsp:sp modelId="{E0909B83-00BB-477F-8519-6D88D24AED2F}">
      <dsp:nvSpPr>
        <dsp:cNvPr id="0" name=""/>
        <dsp:cNvSpPr/>
      </dsp:nvSpPr>
      <dsp:spPr>
        <a:xfrm>
          <a:off x="333341" y="4387392"/>
          <a:ext cx="4666783" cy="50184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6393" tIns="0" rIns="176393" bIns="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Discussion welcome</a:t>
          </a:r>
        </a:p>
      </dsp:txBody>
      <dsp:txXfrm>
        <a:off x="357839" y="4411890"/>
        <a:ext cx="4617787" cy="45284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4F2C1-7887-3BC7-C7F4-32CB6153D0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C3A5F9-1EC2-9DB8-718D-5B6FE1E1E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F8985-A9D0-3657-335C-5C7CC12BA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366855-5618-7D5E-2954-0D9AA5B14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709C9-CFC6-4A2F-C297-6FC47C3D4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9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58ED-4B9D-E3D4-1CBE-0A9A01F7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08EE8-7FA3-326F-FA4B-F5B01DFD55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C277E-D431-2441-2DD3-C4CD31181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360D07-1C8E-D2D9-533C-B4C6BE261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2F3D4-BF7F-4570-63A6-06207A774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894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10E2A-7ADF-7300-63E9-DA6B300C2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7C78D4-901D-9AB8-91C6-B78DA7F6C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3782B7-C015-EB01-00B0-B38ABA0E9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7D0D-7D2D-D754-46F2-0D39732C1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442E20-DA12-B9A8-3092-7FC37667B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631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8C1C9-70D1-A3C3-21BF-AF3C7079F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CB427-459D-4E82-E333-B809ADB13A6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884C1-F6AD-9078-95A8-5DEA93B864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3748A-5E70-EB15-C881-B148C6664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9098AE-2F11-2680-53F6-2E3F10F87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6EAC18-E39B-B95C-BA8F-542281604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197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FF583-AD01-B42D-73AD-E3C80BB88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2096EC-67B8-4DF4-3DEA-2CE2054C7B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F6B32-B0CC-3476-7DA8-3D0A4E2E16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46F9A9-5833-AC94-5D9D-74B55090CE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802853-5DB8-1173-8EB9-09BA6197FC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181E33-ED2A-E2F6-9B79-3446EE55A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F953E6-6F86-63AD-6AE8-5726BFC4B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D55A4A-FF60-44DD-8D80-58F729D24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292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73D076-1828-0798-66D4-CF7FA1CFE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0DE68A-C2EB-0EFC-C943-C955B1027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2051DB-131D-9184-EE2D-CDE9F30AC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DF9358-1991-EC27-DAD3-9E74CA43D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046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EE5EDE-7822-A6EB-3E16-42BEE79DB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5733FA-80FB-5EFB-195C-5414A06F8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DC0628-A297-40C7-1E37-CEC58AACA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3153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1FDBD-2714-B5D4-12AE-033F1E12D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02837-657E-A0AA-46AC-98CE248EE5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8F37E0-BA60-3066-9983-268F5B8E4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4550EC-E6FC-9972-9F04-333EEC9DF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45BC65-0E2E-4869-E23F-DC99CA278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E08B81-651F-1EBA-528C-DD239A6E2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541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C46BD-EFA1-F408-2727-CB344B0DC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BE7E6-9F35-080E-B0C3-73A1047AC9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9F201-7F37-C293-079B-7BC741C705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E27F25-F0ED-5E33-8758-B5193FCC1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9D4B15-3A09-B570-6A72-5FAA66A8B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105491-6FD0-0237-46C0-CE41EBC66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2557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F5F14-1B27-149D-93B5-F794DA3C5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1B88B-9CCD-C404-3F49-6567CFAFE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408553-D20A-F470-6E4C-6A89C3745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61000E-9984-9798-CCCA-CFC790970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87A446-E51D-DE13-D15A-9C6379B98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17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B13328-43CA-A971-E75B-4CF33B678F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7D1269-180F-1A6A-3115-C26E61C34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A83CE-9E5E-DD36-F216-390F504E4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61014F-095A-AEC3-249E-B6BEFDA4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0B8320-2036-9CE8-E11A-A810B3972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26927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471283-4A4B-7FED-6203-7744F7FF9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AC1CCC-B4A0-2120-6215-2F796F54F1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3A461-D397-08F3-4616-1A522ED919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58E3C9-D613-4CEE-BBBF-192C1F40DF69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77881-B858-E4D3-FE56-8B7B806491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63F01-F0CD-6ADE-8AEF-970B0F4FDD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2A570-D620-4D74-B044-28AC27C052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1174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C8CDA-0A94-52A6-B5BF-5E6FE93DAC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103632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Nine Ways to do Inheritance in Rust,</a:t>
            </a:r>
            <a:br>
              <a:rPr lang="en-US" dirty="0"/>
            </a:br>
            <a:r>
              <a:rPr lang="en-US" dirty="0"/>
              <a:t>a Language without 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DACCAE-E40C-0B05-154A-6C2C8FC90D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76143"/>
            <a:ext cx="9144000" cy="565879"/>
          </a:xfrm>
        </p:spPr>
        <p:txBody>
          <a:bodyPr/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Carl Kadie · github.com/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CarlKCarlK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/inherit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71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954C1A1-7E35-3463-34B1-42060817C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3700">
                <a:solidFill>
                  <a:srgbClr val="FFFFFF"/>
                </a:solidFill>
              </a:rPr>
              <a:t>What Do We Mean by “Inheritance”?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FD1BDA-B9F8-337C-99EB-3F7D1375148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340933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992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C61BC1-F091-430C-6359-552E57374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Introduction</a:t>
            </a:r>
          </a:p>
        </p:txBody>
      </p:sp>
      <p:graphicFrame>
        <p:nvGraphicFramePr>
          <p:cNvPr id="27" name="Content Placeholder 2">
            <a:extLst>
              <a:ext uri="{FF2B5EF4-FFF2-40B4-BE49-F238E27FC236}">
                <a16:creationId xmlns:a16="http://schemas.microsoft.com/office/drawing/2014/main" id="{54C25898-B35E-4621-F93E-AEF3C89A9C4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17445096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165</Words>
  <Application>Microsoft Office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Nine Ways to do Inheritance in Rust, a Language without Inheritance</vt:lpstr>
      <vt:lpstr>What Do We Mean by “Inheritance”?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 K</dc:creator>
  <cp:lastModifiedBy>Carl K</cp:lastModifiedBy>
  <cp:revision>7</cp:revision>
  <dcterms:created xsi:type="dcterms:W3CDTF">2026-05-19T15:36:32Z</dcterms:created>
  <dcterms:modified xsi:type="dcterms:W3CDTF">2026-05-21T01:23:00Z</dcterms:modified>
</cp:coreProperties>
</file>