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83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E6E6E6"/>
                </a:solidFill>
                <a:latin typeface="Aptos"/>
              </a:rPr>
              <a:t>Intro</a:t>
            </a:r>
            <a:endParaRPr sz="1600" dirty="0">
              <a:solidFill>
                <a:srgbClr val="E6E6E6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BAC2DE"/>
                </a:solidFill>
                <a:latin typeface="Consolas"/>
              </a:rPr>
              <a:t>intro2</a:t>
            </a:r>
            <a:endParaRPr sz="1600" dirty="0">
              <a:solidFill>
                <a:srgbClr val="BAC2DE"/>
              </a:solidFill>
              <a:latin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Office PowerPoint</Application>
  <PresentationFormat>On-screen Show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Carl K</dc:creator>
  <cp:keywords/>
  <dc:description>generated using python-pptx</dc:description>
  <cp:lastModifiedBy>Carl K</cp:lastModifiedBy>
  <cp:revision>2</cp:revision>
  <dcterms:created xsi:type="dcterms:W3CDTF">2013-01-27T09:14:16Z</dcterms:created>
  <dcterms:modified xsi:type="dcterms:W3CDTF">2026-05-19T13:50:02Z</dcterms:modified>
  <cp:category/>
</cp:coreProperties>
</file>