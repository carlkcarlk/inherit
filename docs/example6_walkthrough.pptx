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543800" y="0"/>
            <a:ext cx="1600200" cy="6858000"/>
          </a:xfrm>
          <a:prstGeom prst="rect">
            <a:avLst/>
          </a:prstGeom>
          <a:solidFill>
            <a:srgbClr val="FAFAFA"/>
          </a:solidFill>
          <a:ln w="9525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 rot="16200000">
            <a:off x="7616952" y="274320"/>
            <a:ext cx="1453896" cy="6309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600">
                <a:solidFill>
                  <a:srgbClr val="141414"/>
                </a:solidFill>
                <a:latin typeface="Aptos"/>
              </a:defRPr>
            </a:pPr>
            <a:r>
              <a:t>Puzzle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64465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E6E6E6"/>
                </a:solidFill>
                <a:latin typeface="Aptos"/>
              </a:rPr>
              <a:t>We want to union any number of sets (</a:t>
            </a:r>
            <a:r>
              <a:rPr sz="1600">
                <a:solidFill>
                  <a:srgbClr val="FFFFFF"/>
                </a:solidFill>
                <a:latin typeface="Consolas"/>
              </a:rPr>
              <a:t>RangeSetBlaze&lt;T&gt;</a:t>
            </a:r>
            <a:r>
              <a:rPr sz="1600">
                <a:solidFill>
                  <a:srgbClr val="E6E6E6"/>
                </a:solidFill>
                <a:latin typeface="Aptos"/>
              </a:rPr>
              <a:t>). In OO terms, any collection that is an iterable of </a:t>
            </a:r>
            <a:r>
              <a:rPr sz="1600">
                <a:solidFill>
                  <a:srgbClr val="FFFFFF"/>
                </a:solidFill>
                <a:latin typeface="Consolas"/>
              </a:rPr>
              <a:t>RangeSetBlaze&lt;T&gt;</a:t>
            </a:r>
            <a:r>
              <a:rPr sz="1600">
                <a:solidFill>
                  <a:srgbClr val="E6E6E6"/>
                </a:solidFill>
                <a:latin typeface="Aptos"/>
              </a:rPr>
              <a:t> references should inherit this operation.</a:t>
            </a:r>
          </a:p>
        </p:txBody>
      </p:sp>
      <p:pic>
        <p:nvPicPr>
          <p:cNvPr id="6" name="Picture 5" descr="6_puzzl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134" y="1691640"/>
            <a:ext cx="667753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" y="109728"/>
            <a:ext cx="8814816" cy="663854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C792EA"/>
                </a:solidFill>
                <a:latin typeface="Consolas"/>
              </a:rPr>
              <a:t>use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std</a:t>
            </a:r>
            <a:r>
              <a:rPr sz="1600">
                <a:solidFill>
                  <a:srgbClr val="BAC2DE"/>
                </a:solidFill>
                <a:latin typeface="Consolas"/>
              </a:rPr>
              <a:t>::</a:t>
            </a:r>
            <a:r>
              <a:rPr sz="1600">
                <a:solidFill>
                  <a:srgbClr val="EEFFFF"/>
                </a:solidFill>
                <a:latin typeface="Consolas"/>
              </a:rPr>
              <a:t>collections</a:t>
            </a:r>
            <a:r>
              <a:rPr sz="1600">
                <a:solidFill>
                  <a:srgbClr val="BAC2DE"/>
                </a:solidFill>
                <a:latin typeface="Consolas"/>
              </a:rPr>
              <a:t>::</a:t>
            </a:r>
            <a:r>
              <a:rPr sz="1600">
                <a:solidFill>
                  <a:srgbClr val="EEFFFF"/>
                </a:solidFill>
                <a:latin typeface="Consolas"/>
              </a:rPr>
              <a:t>BTreeSet</a:t>
            </a:r>
            <a:r>
              <a:rPr sz="1600">
                <a:solidFill>
                  <a:srgbClr val="BAC2DE"/>
                </a:solidFill>
                <a:latin typeface="Consolas"/>
              </a:rPr>
              <a:t>;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6A9955"/>
                </a:solidFill>
                <a:latin typeface="Consolas"/>
              </a:rPr>
              <a:t>// For this example, use u64 as our stand-in integer type.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C792EA"/>
                </a:solidFill>
                <a:latin typeface="Consolas"/>
              </a:rPr>
              <a:t>type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FFCB6B"/>
                </a:solidFill>
                <a:latin typeface="Consolas"/>
              </a:rPr>
              <a:t>Integer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9DDFF"/>
                </a:solidFill>
                <a:latin typeface="Consolas"/>
              </a:rPr>
              <a:t>=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C792EA"/>
                </a:solidFill>
                <a:latin typeface="Consolas"/>
              </a:rPr>
              <a:t>u64</a:t>
            </a:r>
            <a:r>
              <a:rPr sz="1600">
                <a:solidFill>
                  <a:srgbClr val="BAC2DE"/>
                </a:solidFill>
                <a:latin typeface="Consolas"/>
              </a:rPr>
              <a:t>;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6A9955"/>
                </a:solidFill>
                <a:latin typeface="Consolas"/>
              </a:rPr>
              <a:t>// Mock up RangeSetBlaze as a BTreeSet wrapper for demo purposes.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6A9955"/>
                </a:solidFill>
                <a:latin typeface="Consolas"/>
              </a:rPr>
              <a:t>#[</a:t>
            </a:r>
            <a:r>
              <a:rPr sz="1600">
                <a:solidFill>
                  <a:srgbClr val="6A9955"/>
                </a:solidFill>
                <a:latin typeface="Consolas"/>
              </a:rPr>
              <a:t>derive(Debug, Clone, PartialEq, Eq)</a:t>
            </a:r>
            <a:r>
              <a:rPr sz="1600">
                <a:solidFill>
                  <a:srgbClr val="6A9955"/>
                </a:solidFill>
                <a:latin typeface="Consolas"/>
              </a:rPr>
              <a:t>]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C792EA"/>
                </a:solidFill>
                <a:latin typeface="Consolas"/>
              </a:rPr>
              <a:t>struct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FFCB6B"/>
                </a:solidFill>
                <a:latin typeface="Consolas"/>
              </a:rPr>
              <a:t>RangeSetBlaze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{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EEFFFF"/>
                </a:solidFill>
                <a:latin typeface="Consolas"/>
              </a:rPr>
              <a:t>values</a:t>
            </a:r>
            <a:r>
              <a:rPr sz="1600">
                <a:solidFill>
                  <a:srgbClr val="BAC2DE"/>
                </a:solidFill>
                <a:latin typeface="Consolas"/>
              </a:rPr>
              <a:t>: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FFCB6B"/>
                </a:solidFill>
                <a:latin typeface="Consolas"/>
              </a:rPr>
              <a:t>BTreeSet</a:t>
            </a:r>
            <a:r>
              <a:rPr sz="1600">
                <a:solidFill>
                  <a:srgbClr val="89DDFF"/>
                </a:solidFill>
                <a:latin typeface="Consolas"/>
              </a:rPr>
              <a:t>&lt;</a:t>
            </a:r>
            <a:r>
              <a:rPr sz="1600">
                <a:solidFill>
                  <a:srgbClr val="EEFFFF"/>
                </a:solidFill>
                <a:latin typeface="Consolas"/>
              </a:rPr>
              <a:t>Integer</a:t>
            </a:r>
            <a:r>
              <a:rPr sz="1600">
                <a:solidFill>
                  <a:srgbClr val="89DDFF"/>
                </a:solidFill>
                <a:latin typeface="Consolas"/>
              </a:rPr>
              <a:t>&gt;</a:t>
            </a:r>
            <a:r>
              <a:rPr sz="1600">
                <a:solidFill>
                  <a:srgbClr val="BAC2DE"/>
                </a:solidFill>
                <a:latin typeface="Consolas"/>
              </a:rPr>
              <a:t>,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BAC2DE"/>
                </a:solidFill>
                <a:latin typeface="Consolas"/>
              </a:rPr>
              <a:t>}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C792EA"/>
                </a:solidFill>
                <a:latin typeface="Consolas"/>
              </a:rPr>
              <a:t>impl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RangeSetBlaze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{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C792EA"/>
                </a:solidFill>
                <a:latin typeface="Consolas"/>
              </a:rPr>
              <a:t>fn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2AAFF"/>
                </a:solidFill>
                <a:latin typeface="Consolas"/>
              </a:rPr>
              <a:t>new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-&gt;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FFCB6B"/>
                </a:solidFill>
                <a:latin typeface="Consolas"/>
              </a:rPr>
              <a:t>Self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{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    </a:t>
            </a:r>
            <a:r>
              <a:rPr sz="1600">
                <a:solidFill>
                  <a:srgbClr val="89DDFF"/>
                </a:solidFill>
                <a:latin typeface="Consolas"/>
              </a:rPr>
              <a:t>Self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{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        </a:t>
            </a:r>
            <a:r>
              <a:rPr sz="1600">
                <a:solidFill>
                  <a:srgbClr val="EEFFFF"/>
                </a:solidFill>
                <a:latin typeface="Consolas"/>
              </a:rPr>
              <a:t>values</a:t>
            </a:r>
            <a:r>
              <a:rPr sz="1600">
                <a:solidFill>
                  <a:srgbClr val="BAC2DE"/>
                </a:solidFill>
                <a:latin typeface="Consolas"/>
              </a:rPr>
              <a:t>: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FFCB6B"/>
                </a:solidFill>
                <a:latin typeface="Consolas"/>
              </a:rPr>
              <a:t>BTreeSet</a:t>
            </a:r>
            <a:r>
              <a:rPr sz="1600">
                <a:solidFill>
                  <a:srgbClr val="BAC2DE"/>
                </a:solidFill>
                <a:latin typeface="Consolas"/>
              </a:rPr>
              <a:t>::</a:t>
            </a:r>
            <a:r>
              <a:rPr sz="1600">
                <a:solidFill>
                  <a:srgbClr val="EEFFFF"/>
                </a:solidFill>
                <a:latin typeface="Consolas"/>
              </a:rPr>
              <a:t>new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,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    </a:t>
            </a:r>
            <a:r>
              <a:rPr sz="1600">
                <a:solidFill>
                  <a:srgbClr val="BAC2DE"/>
                </a:solidFill>
                <a:latin typeface="Consolas"/>
              </a:rPr>
              <a:t>}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BAC2DE"/>
                </a:solidFill>
                <a:latin typeface="Consolas"/>
              </a:rPr>
              <a:t>}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6A9955"/>
                </a:solidFill>
                <a:latin typeface="Consolas"/>
              </a:rPr>
              <a:t>// Construct from a slice of Integer values.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C792EA"/>
                </a:solidFill>
                <a:latin typeface="Consolas"/>
              </a:rPr>
              <a:t>fn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2AAFF"/>
                </a:solidFill>
                <a:latin typeface="Consolas"/>
              </a:rPr>
              <a:t>from_slice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EEFFFF"/>
                </a:solidFill>
                <a:latin typeface="Consolas"/>
              </a:rPr>
              <a:t>values</a:t>
            </a:r>
            <a:r>
              <a:rPr sz="1600">
                <a:solidFill>
                  <a:srgbClr val="BAC2DE"/>
                </a:solidFill>
                <a:latin typeface="Consolas"/>
              </a:rPr>
              <a:t>: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C792EA"/>
                </a:solidFill>
                <a:latin typeface="Consolas"/>
              </a:rPr>
              <a:t>&amp;</a:t>
            </a:r>
            <a:r>
              <a:rPr sz="1600">
                <a:solidFill>
                  <a:srgbClr val="BAC2DE"/>
                </a:solidFill>
                <a:latin typeface="Consolas"/>
              </a:rPr>
              <a:t>[</a:t>
            </a:r>
            <a:r>
              <a:rPr sz="1600">
                <a:solidFill>
                  <a:srgbClr val="EEFFFF"/>
                </a:solidFill>
                <a:latin typeface="Consolas"/>
              </a:rPr>
              <a:t>Integer</a:t>
            </a:r>
            <a:r>
              <a:rPr sz="1600">
                <a:solidFill>
                  <a:srgbClr val="BAC2DE"/>
                </a:solidFill>
                <a:latin typeface="Consolas"/>
              </a:rPr>
              <a:t>]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-&gt;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FFCB6B"/>
                </a:solidFill>
                <a:latin typeface="Consolas"/>
              </a:rPr>
              <a:t>Self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{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    </a:t>
            </a:r>
            <a:r>
              <a:rPr sz="1600">
                <a:solidFill>
                  <a:srgbClr val="89DDFF"/>
                </a:solidFill>
                <a:latin typeface="Consolas"/>
              </a:rPr>
              <a:t>Self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{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        </a:t>
            </a:r>
            <a:r>
              <a:rPr sz="1600">
                <a:solidFill>
                  <a:srgbClr val="EEFFFF"/>
                </a:solidFill>
                <a:latin typeface="Consolas"/>
              </a:rPr>
              <a:t>values</a:t>
            </a:r>
            <a:r>
              <a:rPr sz="1600">
                <a:solidFill>
                  <a:srgbClr val="BAC2DE"/>
                </a:solidFill>
                <a:latin typeface="Consolas"/>
              </a:rPr>
              <a:t>: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FFCB6B"/>
                </a:solidFill>
                <a:latin typeface="Consolas"/>
              </a:rPr>
              <a:t>values</a:t>
            </a:r>
            <a:r>
              <a:rPr sz="1600">
                <a:solidFill>
                  <a:srgbClr val="BAC2DE"/>
                </a:solidFill>
                <a:latin typeface="Consolas"/>
              </a:rPr>
              <a:t>.</a:t>
            </a:r>
            <a:r>
              <a:rPr sz="1600">
                <a:solidFill>
                  <a:srgbClr val="EEFFFF"/>
                </a:solidFill>
                <a:latin typeface="Consolas"/>
              </a:rPr>
              <a:t>iter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.</a:t>
            </a:r>
            <a:r>
              <a:rPr sz="1600">
                <a:solidFill>
                  <a:srgbClr val="EEFFFF"/>
                </a:solidFill>
                <a:latin typeface="Consolas"/>
              </a:rPr>
              <a:t>copied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.</a:t>
            </a:r>
            <a:r>
              <a:rPr sz="1600">
                <a:solidFill>
                  <a:srgbClr val="EEFFFF"/>
                </a:solidFill>
                <a:latin typeface="Consolas"/>
              </a:rPr>
              <a:t>collect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,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    </a:t>
            </a:r>
            <a:r>
              <a:rPr sz="1600">
                <a:solidFill>
                  <a:srgbClr val="BAC2DE"/>
                </a:solidFill>
                <a:latin typeface="Consolas"/>
              </a:rPr>
              <a:t>}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BAC2DE"/>
                </a:solidFill>
                <a:latin typeface="Consolas"/>
              </a:rPr>
              <a:t>}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6A9955"/>
                </a:solidFill>
                <a:latin typeface="Consolas"/>
              </a:rPr>
              <a:t>// Return a new set that is the union of two borrowed sets.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" y="109728"/>
            <a:ext cx="8814816" cy="663854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C792EA"/>
                </a:solidFill>
                <a:latin typeface="Consolas"/>
              </a:rPr>
              <a:t>fn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2AAFF"/>
                </a:solidFill>
                <a:latin typeface="Consolas"/>
              </a:rPr>
              <a:t>union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89DDFF"/>
                </a:solidFill>
                <a:latin typeface="Consolas"/>
              </a:rPr>
              <a:t>&amp;</a:t>
            </a:r>
            <a:r>
              <a:rPr sz="1600">
                <a:solidFill>
                  <a:srgbClr val="89DDFF"/>
                </a:solidFill>
                <a:latin typeface="Consolas"/>
              </a:rPr>
              <a:t>self</a:t>
            </a:r>
            <a:r>
              <a:rPr sz="1600">
                <a:solidFill>
                  <a:srgbClr val="BAC2DE"/>
                </a:solidFill>
                <a:latin typeface="Consolas"/>
              </a:rPr>
              <a:t>,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other</a:t>
            </a:r>
            <a:r>
              <a:rPr sz="1600">
                <a:solidFill>
                  <a:srgbClr val="BAC2DE"/>
                </a:solidFill>
                <a:latin typeface="Consolas"/>
              </a:rPr>
              <a:t>: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C792EA"/>
                </a:solidFill>
                <a:latin typeface="Consolas"/>
              </a:rPr>
              <a:t>&amp;</a:t>
            </a:r>
            <a:r>
              <a:rPr sz="1600">
                <a:solidFill>
                  <a:srgbClr val="FFCB6B"/>
                </a:solidFill>
                <a:latin typeface="Consolas"/>
              </a:rPr>
              <a:t>Self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-&gt;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FFCB6B"/>
                </a:solidFill>
                <a:latin typeface="Consolas"/>
              </a:rPr>
              <a:t>Self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{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    </a:t>
            </a:r>
            <a:r>
              <a:rPr sz="1600">
                <a:solidFill>
                  <a:srgbClr val="89DDFF"/>
                </a:solidFill>
                <a:latin typeface="Consolas"/>
              </a:rPr>
              <a:t>Self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{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        </a:t>
            </a:r>
            <a:r>
              <a:rPr sz="1600">
                <a:solidFill>
                  <a:srgbClr val="EEFFFF"/>
                </a:solidFill>
                <a:latin typeface="Consolas"/>
              </a:rPr>
              <a:t>values</a:t>
            </a:r>
            <a:r>
              <a:rPr sz="1600">
                <a:solidFill>
                  <a:srgbClr val="BAC2DE"/>
                </a:solidFill>
                <a:latin typeface="Consolas"/>
              </a:rPr>
              <a:t>: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FFCB6B"/>
                </a:solidFill>
                <a:latin typeface="Consolas"/>
              </a:rPr>
              <a:t>self</a:t>
            </a:r>
            <a:r>
              <a:rPr sz="1600">
                <a:solidFill>
                  <a:srgbClr val="BAC2DE"/>
                </a:solidFill>
                <a:latin typeface="Consolas"/>
              </a:rPr>
              <a:t>.</a:t>
            </a:r>
            <a:r>
              <a:rPr sz="1600">
                <a:solidFill>
                  <a:srgbClr val="EEFFFF"/>
                </a:solidFill>
                <a:latin typeface="Consolas"/>
              </a:rPr>
              <a:t>values</a:t>
            </a:r>
            <a:r>
              <a:rPr sz="1600">
                <a:solidFill>
                  <a:srgbClr val="BAC2DE"/>
                </a:solidFill>
                <a:latin typeface="Consolas"/>
              </a:rPr>
              <a:t>.</a:t>
            </a:r>
            <a:r>
              <a:rPr sz="1600">
                <a:solidFill>
                  <a:srgbClr val="C792EA"/>
                </a:solidFill>
                <a:latin typeface="Consolas"/>
              </a:rPr>
              <a:t>union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89DDFF"/>
                </a:solidFill>
                <a:latin typeface="Consolas"/>
              </a:rPr>
              <a:t>&amp;</a:t>
            </a:r>
            <a:r>
              <a:rPr sz="1600">
                <a:solidFill>
                  <a:srgbClr val="EEFFFF"/>
                </a:solidFill>
                <a:latin typeface="Consolas"/>
              </a:rPr>
              <a:t>other</a:t>
            </a:r>
            <a:r>
              <a:rPr sz="1600">
                <a:solidFill>
                  <a:srgbClr val="BAC2DE"/>
                </a:solidFill>
                <a:latin typeface="Consolas"/>
              </a:rPr>
              <a:t>.</a:t>
            </a:r>
            <a:r>
              <a:rPr sz="1600">
                <a:solidFill>
                  <a:srgbClr val="EEFFFF"/>
                </a:solidFill>
                <a:latin typeface="Consolas"/>
              </a:rPr>
              <a:t>values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.</a:t>
            </a:r>
            <a:r>
              <a:rPr sz="1600">
                <a:solidFill>
                  <a:srgbClr val="EEFFFF"/>
                </a:solidFill>
                <a:latin typeface="Consolas"/>
              </a:rPr>
              <a:t>copied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.</a:t>
            </a:r>
            <a:r>
              <a:rPr sz="1600">
                <a:solidFill>
                  <a:srgbClr val="EEFFFF"/>
                </a:solidFill>
                <a:latin typeface="Consolas"/>
              </a:rPr>
              <a:t>collect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,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    </a:t>
            </a:r>
            <a:r>
              <a:rPr sz="1600">
                <a:solidFill>
                  <a:srgbClr val="BAC2DE"/>
                </a:solidFill>
                <a:latin typeface="Consolas"/>
              </a:rPr>
              <a:t>}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BAC2DE"/>
                </a:solidFill>
                <a:latin typeface="Consolas"/>
              </a:rPr>
              <a:t>}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C792EA"/>
                </a:solidFill>
                <a:latin typeface="Consolas"/>
              </a:rPr>
              <a:t>fn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2AAFF"/>
                </a:solidFill>
                <a:latin typeface="Consolas"/>
              </a:rPr>
              <a:t>is_empty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89DDFF"/>
                </a:solidFill>
                <a:latin typeface="Consolas"/>
              </a:rPr>
              <a:t>&amp;</a:t>
            </a:r>
            <a:r>
              <a:rPr sz="1600">
                <a:solidFill>
                  <a:srgbClr val="89DDFF"/>
                </a:solidFill>
                <a:latin typeface="Consolas"/>
              </a:rPr>
              <a:t>self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-&gt;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C792EA"/>
                </a:solidFill>
                <a:latin typeface="Consolas"/>
              </a:rPr>
              <a:t>bool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{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    </a:t>
            </a:r>
            <a:r>
              <a:rPr sz="1600">
                <a:solidFill>
                  <a:srgbClr val="89DDFF"/>
                </a:solidFill>
                <a:latin typeface="Consolas"/>
              </a:rPr>
              <a:t>self</a:t>
            </a:r>
            <a:r>
              <a:rPr sz="1600">
                <a:solidFill>
                  <a:srgbClr val="BAC2DE"/>
                </a:solidFill>
                <a:latin typeface="Consolas"/>
              </a:rPr>
              <a:t>.</a:t>
            </a:r>
            <a:r>
              <a:rPr sz="1600">
                <a:solidFill>
                  <a:srgbClr val="EEFFFF"/>
                </a:solidFill>
                <a:latin typeface="Consolas"/>
              </a:rPr>
              <a:t>values</a:t>
            </a:r>
            <a:r>
              <a:rPr sz="1600">
                <a:solidFill>
                  <a:srgbClr val="BAC2DE"/>
                </a:solidFill>
                <a:latin typeface="Consolas"/>
              </a:rPr>
              <a:t>.</a:t>
            </a:r>
            <a:r>
              <a:rPr sz="1600">
                <a:solidFill>
                  <a:srgbClr val="EEFFFF"/>
                </a:solidFill>
                <a:latin typeface="Consolas"/>
              </a:rPr>
              <a:t>is_empty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BAC2DE"/>
                </a:solidFill>
                <a:latin typeface="Consolas"/>
              </a:rPr>
              <a:t>}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BAC2DE"/>
                </a:solidFill>
                <a:latin typeface="Consolas"/>
              </a:rPr>
              <a:t>}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6A9955"/>
                </a:solidFill>
                <a:latin typeface="Consolas"/>
              </a:rPr>
              <a:t>// A RangeSetCollection is any type that can be turned into an iterator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6A9955"/>
                </a:solidFill>
                <a:latin typeface="Consolas"/>
              </a:rPr>
              <a:t>// over borrowed RangeSetBlaze values.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6A9955"/>
                </a:solidFill>
                <a:latin typeface="Consolas"/>
              </a:rPr>
              <a:t>//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6A9955"/>
                </a:solidFill>
                <a:latin typeface="Consolas"/>
              </a:rPr>
              <a:t>// TECHNIQUE NAME: "blanket implementation".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6A9955"/>
                </a:solidFill>
                <a:latin typeface="Consolas"/>
              </a:rPr>
              <a:t>// One impl applies to every type that matches the bound.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C792EA"/>
                </a:solidFill>
                <a:latin typeface="Consolas"/>
              </a:rPr>
              <a:t>trait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RangeSetCollection</a:t>
            </a:r>
            <a:r>
              <a:rPr sz="1600">
                <a:solidFill>
                  <a:srgbClr val="89DDFF"/>
                </a:solidFill>
                <a:latin typeface="Consolas"/>
              </a:rPr>
              <a:t>&lt;</a:t>
            </a:r>
            <a:r>
              <a:rPr sz="1600">
                <a:solidFill>
                  <a:srgbClr val="89DDFF"/>
                </a:solidFill>
                <a:latin typeface="Consolas"/>
              </a:rPr>
              <a:t>'</a:t>
            </a:r>
            <a:r>
              <a:rPr sz="1600">
                <a:solidFill>
                  <a:srgbClr val="EEFFFF"/>
                </a:solidFill>
                <a:latin typeface="Consolas"/>
              </a:rPr>
              <a:t>a</a:t>
            </a:r>
            <a:r>
              <a:rPr sz="1600">
                <a:solidFill>
                  <a:srgbClr val="89DDFF"/>
                </a:solidFill>
                <a:latin typeface="Consolas"/>
              </a:rPr>
              <a:t>&gt;</a:t>
            </a:r>
            <a:r>
              <a:rPr sz="1600">
                <a:solidFill>
                  <a:srgbClr val="BAC2DE"/>
                </a:solidFill>
                <a:latin typeface="Consolas"/>
              </a:rPr>
              <a:t>: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9DDFF"/>
                </a:solidFill>
                <a:latin typeface="Consolas"/>
              </a:rPr>
              <a:t>IntoIterator</a:t>
            </a:r>
            <a:r>
              <a:rPr sz="1600">
                <a:solidFill>
                  <a:srgbClr val="89DDFF"/>
                </a:solidFill>
                <a:latin typeface="Consolas"/>
              </a:rPr>
              <a:t>&lt;</a:t>
            </a:r>
            <a:r>
              <a:rPr sz="1600">
                <a:solidFill>
                  <a:srgbClr val="EEFFFF"/>
                </a:solidFill>
                <a:latin typeface="Consolas"/>
              </a:rPr>
              <a:t>Item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9DDFF"/>
                </a:solidFill>
                <a:latin typeface="Consolas"/>
              </a:rPr>
              <a:t>=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9DDFF"/>
                </a:solidFill>
                <a:latin typeface="Consolas"/>
              </a:rPr>
              <a:t>&amp;</a:t>
            </a:r>
            <a:r>
              <a:rPr sz="1600">
                <a:solidFill>
                  <a:srgbClr val="89DDFF"/>
                </a:solidFill>
                <a:latin typeface="Consolas"/>
              </a:rPr>
              <a:t>'</a:t>
            </a:r>
            <a:r>
              <a:rPr sz="1600">
                <a:solidFill>
                  <a:srgbClr val="EEFFFF"/>
                </a:solidFill>
                <a:latin typeface="Consolas"/>
              </a:rPr>
              <a:t>a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RangeSetBlaze</a:t>
            </a:r>
            <a:r>
              <a:rPr sz="1600">
                <a:solidFill>
                  <a:srgbClr val="89DDFF"/>
                </a:solidFill>
                <a:latin typeface="Consolas"/>
              </a:rPr>
              <a:t>&gt;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{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C792EA"/>
                </a:solidFill>
                <a:latin typeface="Consolas"/>
              </a:rPr>
              <a:t>fn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2AAFF"/>
                </a:solidFill>
                <a:latin typeface="Consolas"/>
              </a:rPr>
              <a:t>union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89DDFF"/>
                </a:solidFill>
                <a:latin typeface="Consolas"/>
              </a:rPr>
              <a:t>self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-&gt;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FFCB6B"/>
                </a:solidFill>
                <a:latin typeface="Consolas"/>
              </a:rPr>
              <a:t>RangeSetBlaze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C792EA"/>
                </a:solidFill>
                <a:latin typeface="Consolas"/>
              </a:rPr>
              <a:t>where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    </a:t>
            </a:r>
            <a:r>
              <a:rPr sz="1600">
                <a:solidFill>
                  <a:srgbClr val="89DDFF"/>
                </a:solidFill>
                <a:latin typeface="Consolas"/>
              </a:rPr>
              <a:t>Self</a:t>
            </a:r>
            <a:r>
              <a:rPr sz="1600">
                <a:solidFill>
                  <a:srgbClr val="BAC2DE"/>
                </a:solidFill>
                <a:latin typeface="Consolas"/>
              </a:rPr>
              <a:t>: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9DDFF"/>
                </a:solidFill>
                <a:latin typeface="Consolas"/>
              </a:rPr>
              <a:t>Sized</a:t>
            </a:r>
            <a:r>
              <a:rPr sz="1600">
                <a:solidFill>
                  <a:srgbClr val="BAC2DE"/>
                </a:solidFill>
                <a:latin typeface="Consolas"/>
              </a:rPr>
              <a:t>,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BAC2DE"/>
                </a:solidFill>
                <a:latin typeface="Consolas"/>
              </a:rPr>
              <a:t>{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    </a:t>
            </a:r>
            <a:r>
              <a:rPr sz="1600">
                <a:solidFill>
                  <a:srgbClr val="C792EA"/>
                </a:solidFill>
                <a:latin typeface="Consolas"/>
              </a:rPr>
              <a:t>let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C792EA"/>
                </a:solidFill>
                <a:latin typeface="Consolas"/>
              </a:rPr>
              <a:t>mut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result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9DDFF"/>
                </a:solidFill>
                <a:latin typeface="Consolas"/>
              </a:rPr>
              <a:t>=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RangeSetBlaze</a:t>
            </a:r>
            <a:r>
              <a:rPr sz="1600">
                <a:solidFill>
                  <a:srgbClr val="BAC2DE"/>
                </a:solidFill>
                <a:latin typeface="Consolas"/>
              </a:rPr>
              <a:t>::</a:t>
            </a:r>
            <a:r>
              <a:rPr sz="1600">
                <a:solidFill>
                  <a:srgbClr val="EEFFFF"/>
                </a:solidFill>
                <a:latin typeface="Consolas"/>
              </a:rPr>
              <a:t>new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;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    </a:t>
            </a:r>
            <a:r>
              <a:rPr sz="1600">
                <a:solidFill>
                  <a:srgbClr val="C792EA"/>
                </a:solidFill>
                <a:latin typeface="Consolas"/>
              </a:rPr>
              <a:t>for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set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C792EA"/>
                </a:solidFill>
                <a:latin typeface="Consolas"/>
              </a:rPr>
              <a:t>in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9DDFF"/>
                </a:solidFill>
                <a:latin typeface="Consolas"/>
              </a:rPr>
              <a:t>self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{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        </a:t>
            </a:r>
            <a:r>
              <a:rPr sz="1600">
                <a:solidFill>
                  <a:srgbClr val="EEFFFF"/>
                </a:solidFill>
                <a:latin typeface="Consolas"/>
              </a:rPr>
              <a:t>result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9DDFF"/>
                </a:solidFill>
                <a:latin typeface="Consolas"/>
              </a:rPr>
              <a:t>=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RangeSetBlaze</a:t>
            </a:r>
            <a:r>
              <a:rPr sz="1600">
                <a:solidFill>
                  <a:srgbClr val="BAC2DE"/>
                </a:solidFill>
                <a:latin typeface="Consolas"/>
              </a:rPr>
              <a:t>::</a:t>
            </a:r>
            <a:r>
              <a:rPr sz="1600">
                <a:solidFill>
                  <a:srgbClr val="C792EA"/>
                </a:solidFill>
                <a:latin typeface="Consolas"/>
              </a:rPr>
              <a:t>union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89DDFF"/>
                </a:solidFill>
                <a:latin typeface="Consolas"/>
              </a:rPr>
              <a:t>&amp;</a:t>
            </a:r>
            <a:r>
              <a:rPr sz="1600">
                <a:solidFill>
                  <a:srgbClr val="EEFFFF"/>
                </a:solidFill>
                <a:latin typeface="Consolas"/>
              </a:rPr>
              <a:t>result</a:t>
            </a:r>
            <a:r>
              <a:rPr sz="1600">
                <a:solidFill>
                  <a:srgbClr val="BAC2DE"/>
                </a:solidFill>
                <a:latin typeface="Consolas"/>
              </a:rPr>
              <a:t>,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set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;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    </a:t>
            </a:r>
            <a:r>
              <a:rPr sz="1600">
                <a:solidFill>
                  <a:srgbClr val="BAC2DE"/>
                </a:solidFill>
                <a:latin typeface="Consolas"/>
              </a:rPr>
              <a:t>}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    </a:t>
            </a:r>
            <a:r>
              <a:rPr sz="1600">
                <a:solidFill>
                  <a:srgbClr val="EEFFFF"/>
                </a:solidFill>
                <a:latin typeface="Consolas"/>
              </a:rPr>
              <a:t>result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" y="109728"/>
            <a:ext cx="8814816" cy="663854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BAC2DE"/>
                </a:solidFill>
                <a:latin typeface="Consolas"/>
              </a:rPr>
              <a:t>}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BAC2DE"/>
                </a:solidFill>
                <a:latin typeface="Consolas"/>
              </a:rPr>
              <a:t>}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6A9955"/>
                </a:solidFill>
                <a:latin typeface="Consolas"/>
              </a:rPr>
              <a:t>// Blanket implementation: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6A9955"/>
                </a:solidFill>
                <a:latin typeface="Consolas"/>
              </a:rPr>
              <a:t>// Any type that can be turned into an iterator over &amp;RangeSetBlaze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6A9955"/>
                </a:solidFill>
                <a:latin typeface="Consolas"/>
              </a:rPr>
              <a:t>// automatically implements RangeSetCollection.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C792EA"/>
                </a:solidFill>
                <a:latin typeface="Consolas"/>
              </a:rPr>
              <a:t>impl</a:t>
            </a:r>
            <a:r>
              <a:rPr sz="1600">
                <a:solidFill>
                  <a:srgbClr val="89DDFF"/>
                </a:solidFill>
                <a:latin typeface="Consolas"/>
              </a:rPr>
              <a:t>&lt;</a:t>
            </a:r>
            <a:r>
              <a:rPr sz="1600">
                <a:solidFill>
                  <a:srgbClr val="89DDFF"/>
                </a:solidFill>
                <a:latin typeface="Consolas"/>
              </a:rPr>
              <a:t>'</a:t>
            </a:r>
            <a:r>
              <a:rPr sz="1600">
                <a:solidFill>
                  <a:srgbClr val="EEFFFF"/>
                </a:solidFill>
                <a:latin typeface="Consolas"/>
              </a:rPr>
              <a:t>a</a:t>
            </a:r>
            <a:r>
              <a:rPr sz="1600">
                <a:solidFill>
                  <a:srgbClr val="BAC2DE"/>
                </a:solidFill>
                <a:latin typeface="Consolas"/>
              </a:rPr>
              <a:t>,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I</a:t>
            </a:r>
            <a:r>
              <a:rPr sz="1600">
                <a:solidFill>
                  <a:srgbClr val="89DDFF"/>
                </a:solidFill>
                <a:latin typeface="Consolas"/>
              </a:rPr>
              <a:t>&gt;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RangeSetCollection</a:t>
            </a:r>
            <a:r>
              <a:rPr sz="1600">
                <a:solidFill>
                  <a:srgbClr val="89DDFF"/>
                </a:solidFill>
                <a:latin typeface="Consolas"/>
              </a:rPr>
              <a:t>&lt;</a:t>
            </a:r>
            <a:r>
              <a:rPr sz="1600">
                <a:solidFill>
                  <a:srgbClr val="89DDFF"/>
                </a:solidFill>
                <a:latin typeface="Consolas"/>
              </a:rPr>
              <a:t>'</a:t>
            </a:r>
            <a:r>
              <a:rPr sz="1600">
                <a:solidFill>
                  <a:srgbClr val="EEFFFF"/>
                </a:solidFill>
                <a:latin typeface="Consolas"/>
              </a:rPr>
              <a:t>a</a:t>
            </a:r>
            <a:r>
              <a:rPr sz="1600">
                <a:solidFill>
                  <a:srgbClr val="89DDFF"/>
                </a:solidFill>
                <a:latin typeface="Consolas"/>
              </a:rPr>
              <a:t>&gt;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C792EA"/>
                </a:solidFill>
                <a:latin typeface="Consolas"/>
              </a:rPr>
              <a:t>for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I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C792EA"/>
                </a:solidFill>
                <a:latin typeface="Consolas"/>
              </a:rPr>
              <a:t>where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I</a:t>
            </a:r>
            <a:r>
              <a:rPr sz="1600">
                <a:solidFill>
                  <a:srgbClr val="BAC2DE"/>
                </a:solidFill>
                <a:latin typeface="Consolas"/>
              </a:rPr>
              <a:t>: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9DDFF"/>
                </a:solidFill>
                <a:latin typeface="Consolas"/>
              </a:rPr>
              <a:t>IntoIterator</a:t>
            </a:r>
            <a:r>
              <a:rPr sz="1600">
                <a:solidFill>
                  <a:srgbClr val="89DDFF"/>
                </a:solidFill>
                <a:latin typeface="Consolas"/>
              </a:rPr>
              <a:t>&lt;</a:t>
            </a:r>
            <a:r>
              <a:rPr sz="1600">
                <a:solidFill>
                  <a:srgbClr val="EEFFFF"/>
                </a:solidFill>
                <a:latin typeface="Consolas"/>
              </a:rPr>
              <a:t>Item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9DDFF"/>
                </a:solidFill>
                <a:latin typeface="Consolas"/>
              </a:rPr>
              <a:t>=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9DDFF"/>
                </a:solidFill>
                <a:latin typeface="Consolas"/>
              </a:rPr>
              <a:t>&amp;</a:t>
            </a:r>
            <a:r>
              <a:rPr sz="1600">
                <a:solidFill>
                  <a:srgbClr val="89DDFF"/>
                </a:solidFill>
                <a:latin typeface="Consolas"/>
              </a:rPr>
              <a:t>'</a:t>
            </a:r>
            <a:r>
              <a:rPr sz="1600">
                <a:solidFill>
                  <a:srgbClr val="EEFFFF"/>
                </a:solidFill>
                <a:latin typeface="Consolas"/>
              </a:rPr>
              <a:t>a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RangeSetBlaze</a:t>
            </a:r>
            <a:r>
              <a:rPr sz="1600">
                <a:solidFill>
                  <a:srgbClr val="89DDFF"/>
                </a:solidFill>
                <a:latin typeface="Consolas"/>
              </a:rPr>
              <a:t>&gt;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{</a:t>
            </a:r>
            <a:r>
              <a:rPr sz="1600">
                <a:solidFill>
                  <a:srgbClr val="BAC2DE"/>
                </a:solidFill>
                <a:latin typeface="Consolas"/>
              </a:rPr>
              <a:t>}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C792EA"/>
                </a:solidFill>
                <a:latin typeface="Consolas"/>
              </a:rPr>
              <a:t>fn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2AAFF"/>
                </a:solidFill>
                <a:latin typeface="Consolas"/>
              </a:rPr>
              <a:t>main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{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C792EA"/>
                </a:solidFill>
                <a:latin typeface="Consolas"/>
              </a:rPr>
              <a:t>let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a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9DDFF"/>
                </a:solidFill>
                <a:latin typeface="Consolas"/>
              </a:rPr>
              <a:t>=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RangeSetBlaze</a:t>
            </a:r>
            <a:r>
              <a:rPr sz="1600">
                <a:solidFill>
                  <a:srgbClr val="BAC2DE"/>
                </a:solidFill>
                <a:latin typeface="Consolas"/>
              </a:rPr>
              <a:t>::</a:t>
            </a:r>
            <a:r>
              <a:rPr sz="1600">
                <a:solidFill>
                  <a:srgbClr val="EEFFFF"/>
                </a:solidFill>
                <a:latin typeface="Consolas"/>
              </a:rPr>
              <a:t>from_slice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89DDFF"/>
                </a:solidFill>
                <a:latin typeface="Consolas"/>
              </a:rPr>
              <a:t>&amp;</a:t>
            </a:r>
            <a:r>
              <a:rPr sz="1600">
                <a:solidFill>
                  <a:srgbClr val="BAC2DE"/>
                </a:solidFill>
                <a:latin typeface="Consolas"/>
              </a:rPr>
              <a:t>[</a:t>
            </a:r>
            <a:r>
              <a:rPr sz="1600">
                <a:solidFill>
                  <a:srgbClr val="F78C6C"/>
                </a:solidFill>
                <a:latin typeface="Consolas"/>
              </a:rPr>
              <a:t>1</a:t>
            </a:r>
            <a:r>
              <a:rPr sz="1600">
                <a:solidFill>
                  <a:srgbClr val="BAC2DE"/>
                </a:solidFill>
                <a:latin typeface="Consolas"/>
              </a:rPr>
              <a:t>,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F78C6C"/>
                </a:solidFill>
                <a:latin typeface="Consolas"/>
              </a:rPr>
              <a:t>2</a:t>
            </a:r>
            <a:r>
              <a:rPr sz="1600">
                <a:solidFill>
                  <a:srgbClr val="BAC2DE"/>
                </a:solidFill>
                <a:latin typeface="Consolas"/>
              </a:rPr>
              <a:t>,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F78C6C"/>
                </a:solidFill>
                <a:latin typeface="Consolas"/>
              </a:rPr>
              <a:t>3</a:t>
            </a:r>
            <a:r>
              <a:rPr sz="1600">
                <a:solidFill>
                  <a:srgbClr val="BAC2DE"/>
                </a:solidFill>
                <a:latin typeface="Consolas"/>
              </a:rPr>
              <a:t>]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;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C792EA"/>
                </a:solidFill>
                <a:latin typeface="Consolas"/>
              </a:rPr>
              <a:t>let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b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9DDFF"/>
                </a:solidFill>
                <a:latin typeface="Consolas"/>
              </a:rPr>
              <a:t>=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RangeSetBlaze</a:t>
            </a:r>
            <a:r>
              <a:rPr sz="1600">
                <a:solidFill>
                  <a:srgbClr val="BAC2DE"/>
                </a:solidFill>
                <a:latin typeface="Consolas"/>
              </a:rPr>
              <a:t>::</a:t>
            </a:r>
            <a:r>
              <a:rPr sz="1600">
                <a:solidFill>
                  <a:srgbClr val="EEFFFF"/>
                </a:solidFill>
                <a:latin typeface="Consolas"/>
              </a:rPr>
              <a:t>from_slice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89DDFF"/>
                </a:solidFill>
                <a:latin typeface="Consolas"/>
              </a:rPr>
              <a:t>&amp;</a:t>
            </a:r>
            <a:r>
              <a:rPr sz="1600">
                <a:solidFill>
                  <a:srgbClr val="BAC2DE"/>
                </a:solidFill>
                <a:latin typeface="Consolas"/>
              </a:rPr>
              <a:t>[</a:t>
            </a:r>
            <a:r>
              <a:rPr sz="1600">
                <a:solidFill>
                  <a:srgbClr val="F78C6C"/>
                </a:solidFill>
                <a:latin typeface="Consolas"/>
              </a:rPr>
              <a:t>3</a:t>
            </a:r>
            <a:r>
              <a:rPr sz="1600">
                <a:solidFill>
                  <a:srgbClr val="BAC2DE"/>
                </a:solidFill>
                <a:latin typeface="Consolas"/>
              </a:rPr>
              <a:t>,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F78C6C"/>
                </a:solidFill>
                <a:latin typeface="Consolas"/>
              </a:rPr>
              <a:t>4</a:t>
            </a:r>
            <a:r>
              <a:rPr sz="1600">
                <a:solidFill>
                  <a:srgbClr val="BAC2DE"/>
                </a:solidFill>
                <a:latin typeface="Consolas"/>
              </a:rPr>
              <a:t>,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F78C6C"/>
                </a:solidFill>
                <a:latin typeface="Consolas"/>
              </a:rPr>
              <a:t>5</a:t>
            </a:r>
            <a:r>
              <a:rPr sz="1600">
                <a:solidFill>
                  <a:srgbClr val="BAC2DE"/>
                </a:solidFill>
                <a:latin typeface="Consolas"/>
              </a:rPr>
              <a:t>]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;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C792EA"/>
                </a:solidFill>
                <a:latin typeface="Consolas"/>
              </a:rPr>
              <a:t>let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c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9DDFF"/>
                </a:solidFill>
                <a:latin typeface="Consolas"/>
              </a:rPr>
              <a:t>=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RangeSetBlaze</a:t>
            </a:r>
            <a:r>
              <a:rPr sz="1600">
                <a:solidFill>
                  <a:srgbClr val="BAC2DE"/>
                </a:solidFill>
                <a:latin typeface="Consolas"/>
              </a:rPr>
              <a:t>::</a:t>
            </a:r>
            <a:r>
              <a:rPr sz="1600">
                <a:solidFill>
                  <a:srgbClr val="EEFFFF"/>
                </a:solidFill>
                <a:latin typeface="Consolas"/>
              </a:rPr>
              <a:t>from_slice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89DDFF"/>
                </a:solidFill>
                <a:latin typeface="Consolas"/>
              </a:rPr>
              <a:t>&amp;</a:t>
            </a:r>
            <a:r>
              <a:rPr sz="1600">
                <a:solidFill>
                  <a:srgbClr val="BAC2DE"/>
                </a:solidFill>
                <a:latin typeface="Consolas"/>
              </a:rPr>
              <a:t>[</a:t>
            </a:r>
            <a:r>
              <a:rPr sz="1600">
                <a:solidFill>
                  <a:srgbClr val="F78C6C"/>
                </a:solidFill>
                <a:latin typeface="Consolas"/>
              </a:rPr>
              <a:t>5</a:t>
            </a:r>
            <a:r>
              <a:rPr sz="1600">
                <a:solidFill>
                  <a:srgbClr val="BAC2DE"/>
                </a:solidFill>
                <a:latin typeface="Consolas"/>
              </a:rPr>
              <a:t>,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F78C6C"/>
                </a:solidFill>
                <a:latin typeface="Consolas"/>
              </a:rPr>
              <a:t>7</a:t>
            </a:r>
            <a:r>
              <a:rPr sz="1600">
                <a:solidFill>
                  <a:srgbClr val="BAC2DE"/>
                </a:solidFill>
                <a:latin typeface="Consolas"/>
              </a:rPr>
              <a:t>,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F78C6C"/>
                </a:solidFill>
                <a:latin typeface="Consolas"/>
              </a:rPr>
              <a:t>9</a:t>
            </a:r>
            <a:r>
              <a:rPr sz="1600">
                <a:solidFill>
                  <a:srgbClr val="BAC2DE"/>
                </a:solidFill>
                <a:latin typeface="Consolas"/>
              </a:rPr>
              <a:t>]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;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C792EA"/>
                </a:solidFill>
                <a:latin typeface="Consolas"/>
              </a:rPr>
              <a:t>let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expected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9DDFF"/>
                </a:solidFill>
                <a:latin typeface="Consolas"/>
              </a:rPr>
              <a:t>=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RangeSetBlaze</a:t>
            </a:r>
            <a:r>
              <a:rPr sz="1600">
                <a:solidFill>
                  <a:srgbClr val="BAC2DE"/>
                </a:solidFill>
                <a:latin typeface="Consolas"/>
              </a:rPr>
              <a:t>::</a:t>
            </a:r>
            <a:r>
              <a:rPr sz="1600">
                <a:solidFill>
                  <a:srgbClr val="EEFFFF"/>
                </a:solidFill>
                <a:latin typeface="Consolas"/>
              </a:rPr>
              <a:t>from_slice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89DDFF"/>
                </a:solidFill>
                <a:latin typeface="Consolas"/>
              </a:rPr>
              <a:t>&amp;</a:t>
            </a:r>
            <a:r>
              <a:rPr sz="1600">
                <a:solidFill>
                  <a:srgbClr val="BAC2DE"/>
                </a:solidFill>
                <a:latin typeface="Consolas"/>
              </a:rPr>
              <a:t>[</a:t>
            </a:r>
            <a:r>
              <a:rPr sz="1600">
                <a:solidFill>
                  <a:srgbClr val="F78C6C"/>
                </a:solidFill>
                <a:latin typeface="Consolas"/>
              </a:rPr>
              <a:t>1</a:t>
            </a:r>
            <a:r>
              <a:rPr sz="1600">
                <a:solidFill>
                  <a:srgbClr val="BAC2DE"/>
                </a:solidFill>
                <a:latin typeface="Consolas"/>
              </a:rPr>
              <a:t>,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F78C6C"/>
                </a:solidFill>
                <a:latin typeface="Consolas"/>
              </a:rPr>
              <a:t>2</a:t>
            </a:r>
            <a:r>
              <a:rPr sz="1600">
                <a:solidFill>
                  <a:srgbClr val="BAC2DE"/>
                </a:solidFill>
                <a:latin typeface="Consolas"/>
              </a:rPr>
              <a:t>,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F78C6C"/>
                </a:solidFill>
                <a:latin typeface="Consolas"/>
              </a:rPr>
              <a:t>3</a:t>
            </a:r>
            <a:r>
              <a:rPr sz="1600">
                <a:solidFill>
                  <a:srgbClr val="BAC2DE"/>
                </a:solidFill>
                <a:latin typeface="Consolas"/>
              </a:rPr>
              <a:t>,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F78C6C"/>
                </a:solidFill>
                <a:latin typeface="Consolas"/>
              </a:rPr>
              <a:t>4</a:t>
            </a:r>
            <a:r>
              <a:rPr sz="1600">
                <a:solidFill>
                  <a:srgbClr val="BAC2DE"/>
                </a:solidFill>
                <a:latin typeface="Consolas"/>
              </a:rPr>
              <a:t>,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F78C6C"/>
                </a:solidFill>
                <a:latin typeface="Consolas"/>
              </a:rPr>
              <a:t>5</a:t>
            </a:r>
            <a:r>
              <a:rPr sz="1600">
                <a:solidFill>
                  <a:srgbClr val="BAC2DE"/>
                </a:solidFill>
                <a:latin typeface="Consolas"/>
              </a:rPr>
              <a:t>,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F78C6C"/>
                </a:solidFill>
                <a:latin typeface="Consolas"/>
              </a:rPr>
              <a:t>7</a:t>
            </a:r>
            <a:r>
              <a:rPr sz="1600">
                <a:solidFill>
                  <a:srgbClr val="BAC2DE"/>
                </a:solidFill>
                <a:latin typeface="Consolas"/>
              </a:rPr>
              <a:t>,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F78C6C"/>
                </a:solidFill>
                <a:latin typeface="Consolas"/>
              </a:rPr>
              <a:t>9</a:t>
            </a:r>
            <a:r>
              <a:rPr sz="1600">
                <a:solidFill>
                  <a:srgbClr val="BAC2DE"/>
                </a:solidFill>
                <a:latin typeface="Consolas"/>
              </a:rPr>
              <a:t>]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;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6A9955"/>
                </a:solidFill>
                <a:latin typeface="Consolas"/>
              </a:rPr>
              <a:t>// A vector of sets can be unioned together.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82AAFF"/>
                </a:solidFill>
                <a:latin typeface="Consolas"/>
              </a:rPr>
              <a:t>assert_eq!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82AAFF"/>
                </a:solidFill>
                <a:latin typeface="Consolas"/>
              </a:rPr>
              <a:t>vec!</a:t>
            </a:r>
            <a:r>
              <a:rPr sz="1600">
                <a:solidFill>
                  <a:srgbClr val="BAC2DE"/>
                </a:solidFill>
                <a:latin typeface="Consolas"/>
              </a:rPr>
              <a:t>[</a:t>
            </a:r>
            <a:r>
              <a:rPr sz="1600">
                <a:solidFill>
                  <a:srgbClr val="89DDFF"/>
                </a:solidFill>
                <a:latin typeface="Consolas"/>
              </a:rPr>
              <a:t>&amp;</a:t>
            </a:r>
            <a:r>
              <a:rPr sz="1600">
                <a:solidFill>
                  <a:srgbClr val="EEFFFF"/>
                </a:solidFill>
                <a:latin typeface="Consolas"/>
              </a:rPr>
              <a:t>a</a:t>
            </a:r>
            <a:r>
              <a:rPr sz="1600">
                <a:solidFill>
                  <a:srgbClr val="BAC2DE"/>
                </a:solidFill>
                <a:latin typeface="Consolas"/>
              </a:rPr>
              <a:t>,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9DDFF"/>
                </a:solidFill>
                <a:latin typeface="Consolas"/>
              </a:rPr>
              <a:t>&amp;</a:t>
            </a:r>
            <a:r>
              <a:rPr sz="1600">
                <a:solidFill>
                  <a:srgbClr val="EEFFFF"/>
                </a:solidFill>
                <a:latin typeface="Consolas"/>
              </a:rPr>
              <a:t>b</a:t>
            </a:r>
            <a:r>
              <a:rPr sz="1600">
                <a:solidFill>
                  <a:srgbClr val="BAC2DE"/>
                </a:solidFill>
                <a:latin typeface="Consolas"/>
              </a:rPr>
              <a:t>,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9DDFF"/>
                </a:solidFill>
                <a:latin typeface="Consolas"/>
              </a:rPr>
              <a:t>&amp;</a:t>
            </a:r>
            <a:r>
              <a:rPr sz="1600">
                <a:solidFill>
                  <a:srgbClr val="EEFFFF"/>
                </a:solidFill>
                <a:latin typeface="Consolas"/>
              </a:rPr>
              <a:t>c</a:t>
            </a:r>
            <a:r>
              <a:rPr sz="1600">
                <a:solidFill>
                  <a:srgbClr val="BAC2DE"/>
                </a:solidFill>
                <a:latin typeface="Consolas"/>
              </a:rPr>
              <a:t>]</a:t>
            </a:r>
            <a:r>
              <a:rPr sz="1600">
                <a:solidFill>
                  <a:srgbClr val="BAC2DE"/>
                </a:solidFill>
                <a:latin typeface="Consolas"/>
              </a:rPr>
              <a:t>.</a:t>
            </a:r>
            <a:r>
              <a:rPr sz="1600">
                <a:solidFill>
                  <a:srgbClr val="C792EA"/>
                </a:solidFill>
                <a:latin typeface="Consolas"/>
              </a:rPr>
              <a:t>union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,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expected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;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6A9955"/>
                </a:solidFill>
                <a:latin typeface="Consolas"/>
              </a:rPr>
              <a:t>// An array of sets can be unioned together.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82AAFF"/>
                </a:solidFill>
                <a:latin typeface="Consolas"/>
              </a:rPr>
              <a:t>assert_eq!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BAC2DE"/>
                </a:solidFill>
                <a:latin typeface="Consolas"/>
              </a:rPr>
              <a:t>[</a:t>
            </a:r>
            <a:r>
              <a:rPr sz="1600">
                <a:solidFill>
                  <a:srgbClr val="89DDFF"/>
                </a:solidFill>
                <a:latin typeface="Consolas"/>
              </a:rPr>
              <a:t>&amp;</a:t>
            </a:r>
            <a:r>
              <a:rPr sz="1600">
                <a:solidFill>
                  <a:srgbClr val="EEFFFF"/>
                </a:solidFill>
                <a:latin typeface="Consolas"/>
              </a:rPr>
              <a:t>a</a:t>
            </a:r>
            <a:r>
              <a:rPr sz="1600">
                <a:solidFill>
                  <a:srgbClr val="BAC2DE"/>
                </a:solidFill>
                <a:latin typeface="Consolas"/>
              </a:rPr>
              <a:t>,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9DDFF"/>
                </a:solidFill>
                <a:latin typeface="Consolas"/>
              </a:rPr>
              <a:t>&amp;</a:t>
            </a:r>
            <a:r>
              <a:rPr sz="1600">
                <a:solidFill>
                  <a:srgbClr val="EEFFFF"/>
                </a:solidFill>
                <a:latin typeface="Consolas"/>
              </a:rPr>
              <a:t>b</a:t>
            </a:r>
            <a:r>
              <a:rPr sz="1600">
                <a:solidFill>
                  <a:srgbClr val="BAC2DE"/>
                </a:solidFill>
                <a:latin typeface="Consolas"/>
              </a:rPr>
              <a:t>,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9DDFF"/>
                </a:solidFill>
                <a:latin typeface="Consolas"/>
              </a:rPr>
              <a:t>&amp;</a:t>
            </a:r>
            <a:r>
              <a:rPr sz="1600">
                <a:solidFill>
                  <a:srgbClr val="EEFFFF"/>
                </a:solidFill>
                <a:latin typeface="Consolas"/>
              </a:rPr>
              <a:t>c</a:t>
            </a:r>
            <a:r>
              <a:rPr sz="1600">
                <a:solidFill>
                  <a:srgbClr val="BAC2DE"/>
                </a:solidFill>
                <a:latin typeface="Consolas"/>
              </a:rPr>
              <a:t>]</a:t>
            </a:r>
            <a:r>
              <a:rPr sz="1600">
                <a:solidFill>
                  <a:srgbClr val="BAC2DE"/>
                </a:solidFill>
                <a:latin typeface="Consolas"/>
              </a:rPr>
              <a:t>.</a:t>
            </a:r>
            <a:r>
              <a:rPr sz="1600">
                <a:solidFill>
                  <a:srgbClr val="C792EA"/>
                </a:solidFill>
                <a:latin typeface="Consolas"/>
              </a:rPr>
              <a:t>union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,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expected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;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6A9955"/>
                </a:solidFill>
                <a:latin typeface="Consolas"/>
              </a:rPr>
              <a:t>// A filtered option can be unioned.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82AAFF"/>
                </a:solidFill>
                <a:latin typeface="Consolas"/>
              </a:rPr>
              <a:t>assert_eq!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89DDFF"/>
                </a:solidFill>
                <a:latin typeface="Consolas"/>
              </a:rPr>
              <a:t>Some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89DDFF"/>
                </a:solidFill>
                <a:latin typeface="Consolas"/>
              </a:rPr>
              <a:t>&amp;</a:t>
            </a:r>
            <a:r>
              <a:rPr sz="1600">
                <a:solidFill>
                  <a:srgbClr val="EEFFFF"/>
                </a:solidFill>
                <a:latin typeface="Consolas"/>
              </a:rPr>
              <a:t>a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.</a:t>
            </a:r>
            <a:r>
              <a:rPr sz="1600">
                <a:solidFill>
                  <a:srgbClr val="EEFFFF"/>
                </a:solidFill>
                <a:latin typeface="Consolas"/>
              </a:rPr>
              <a:t>filter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89DDFF"/>
                </a:solidFill>
                <a:latin typeface="Consolas"/>
              </a:rPr>
              <a:t>|</a:t>
            </a:r>
            <a:r>
              <a:rPr sz="1600">
                <a:solidFill>
                  <a:srgbClr val="EEFFFF"/>
                </a:solidFill>
                <a:latin typeface="Consolas"/>
              </a:rPr>
              <a:t>set</a:t>
            </a:r>
            <a:r>
              <a:rPr sz="1600">
                <a:solidFill>
                  <a:srgbClr val="89DDFF"/>
                </a:solidFill>
                <a:latin typeface="Consolas"/>
              </a:rPr>
              <a:t>|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9DDFF"/>
                </a:solidFill>
                <a:latin typeface="Consolas"/>
              </a:rPr>
              <a:t>!</a:t>
            </a:r>
            <a:r>
              <a:rPr sz="1600">
                <a:solidFill>
                  <a:srgbClr val="EEFFFF"/>
                </a:solidFill>
                <a:latin typeface="Consolas"/>
              </a:rPr>
              <a:t>set</a:t>
            </a:r>
            <a:r>
              <a:rPr sz="1600">
                <a:solidFill>
                  <a:srgbClr val="BAC2DE"/>
                </a:solidFill>
                <a:latin typeface="Consolas"/>
              </a:rPr>
              <a:t>.</a:t>
            </a:r>
            <a:r>
              <a:rPr sz="1600">
                <a:solidFill>
                  <a:srgbClr val="EEFFFF"/>
                </a:solidFill>
                <a:latin typeface="Consolas"/>
              </a:rPr>
              <a:t>is_empty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.</a:t>
            </a:r>
            <a:r>
              <a:rPr sz="1600">
                <a:solidFill>
                  <a:srgbClr val="C792EA"/>
                </a:solidFill>
                <a:latin typeface="Consolas"/>
              </a:rPr>
              <a:t>union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,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a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;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BAC2DE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