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43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7616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6446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A servo is an electric motor that can move to a specified angle.</a:t>
            </a:r>
          </a:p>
        </p:txBody>
      </p:sp>
      <p:pic>
        <p:nvPicPr>
          <p:cNvPr id="6" name="Picture 5" descr="2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588" y="1691640"/>
            <a:ext cx="467062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thread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time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Duration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`Servo` is an abstract contract (a trait), not a concrete driver.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trait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set_degrees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degrees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u16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`ServoPlayer` is also abstract. It extends `Servo` (supertrait), so any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`ServoPlayer` can do everything in `Servo` plus animation.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Supertrait Default Methods.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(This example shows supertrait-based interface extension.)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trait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ServoPlayer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Servo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(degrees, milliseconds to hold at that angle)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animate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steps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u16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u64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Concrete servo driver (similar naming to the real example): `ServoEsp`.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struct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ServoEsp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ServoEsp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set_degrees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degrees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u16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2AAFF"/>
                </a:solidFill>
                <a:latin typeface="Consolas"/>
              </a:rPr>
              <a:t>println!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[ServoEsp] set angle -&gt; {degrees}°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Concrete servo player driver that can animate.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struct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ServoPlayerEsp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ServoPlayerEsp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set_degrees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degrees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u16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2AAFF"/>
                </a:solidFill>
                <a:latin typeface="Consolas"/>
              </a:rPr>
              <a:t>println!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[ServoPlayerEsp] set angle -&gt; {degrees}°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ServoPlayer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ServoPlayerEsp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animate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steps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792EA"/>
                </a:solidFill>
                <a:latin typeface="Consolas"/>
              </a:rPr>
              <a:t>u16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u64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degrees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ms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in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steps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set_degrees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*</a:t>
            </a:r>
            <a:r>
              <a:rPr sz="1600">
                <a:solidFill>
                  <a:srgbClr val="EEFFFF"/>
                </a:solidFill>
                <a:latin typeface="Consolas"/>
              </a:rPr>
              <a:t>degrees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82AAFF"/>
                </a:solidFill>
                <a:latin typeface="Consolas"/>
              </a:rPr>
              <a:t>println!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[ServoPlayerEsp] hold for {ms}ms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    </a:t>
            </a:r>
            <a:r>
              <a:rPr sz="1600">
                <a:solidFill>
                  <a:srgbClr val="EEFFFF"/>
                </a:solidFill>
                <a:latin typeface="Consolas"/>
              </a:rPr>
              <a:t>thread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sleep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Duration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from_millis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*</a:t>
            </a:r>
            <a:r>
              <a:rPr sz="1600">
                <a:solidFill>
                  <a:srgbClr val="EEFFFF"/>
                </a:solidFill>
                <a:latin typeface="Consolas"/>
              </a:rPr>
              <a:t>ms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Generic program that only needs a `Servo`.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center_servo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servo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FFCB6B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servo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set_degrees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90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Generic program that needs a `ServoPlayer`.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run_wave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player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FFCB6B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ServoPlayer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player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animate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BAC2DE"/>
                </a:solidFill>
                <a:latin typeface="Consolas"/>
              </a:rPr>
              <a:t>[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0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120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45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100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90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100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135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100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180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120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135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100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90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100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45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100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F78C6C"/>
                </a:solidFill>
                <a:latin typeface="Consolas"/>
              </a:rPr>
              <a:t>0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120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]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ServoEsp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servo_player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ServoPlayerEsp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center_servo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servo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`ServoPlayer` can do everything `Servo` can!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center_servo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servo_player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and more.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run_wave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servo_player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