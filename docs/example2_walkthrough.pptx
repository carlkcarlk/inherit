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A servo is an electric motor that can move to a specified angle.</a:t>
            </a:r>
          </a:p>
        </p:txBody>
      </p:sp>
      <p:pic>
        <p:nvPicPr>
          <p:cNvPr id="6" name="Picture 5" descr="2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588" y="1691640"/>
            <a:ext cx="467062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thread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time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Duration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`Servo` is an abstract contract (a trait), not a concrete driver.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is also abstract. It extends `Servo` (supertrait), so any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in `Servo` plus animation.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Supertrait Default Methods.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(This example shows supertrait-based interface extension.)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(degrees, milliseconds to hold at that angle)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driver (similar naming to the real example): `ServoEsp`.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[ServoEsp] set angle -&gt; {degrees}°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player driver that can animate.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ServoPlayerEsp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[ServoPlayerEsp] set angle -&gt; {degrees}°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ms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[ServoPlayerEsp] hold for {ms}ms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thread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sleep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Duration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from_millis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ms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only needs a `Servo`.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needs a `ServoPlayer`.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run_wave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player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player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45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135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180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135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45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`Servo` can!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and more.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run_wave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