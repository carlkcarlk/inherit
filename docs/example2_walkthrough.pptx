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183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909560" y="0"/>
            <a:ext cx="123444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16200000">
            <a:off x="8001000" y="274320"/>
            <a:ext cx="1051560" cy="6309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>
                <a:solidFill>
                  <a:srgbClr val="141414"/>
                </a:solidFill>
                <a:latin typeface="Aptos"/>
              </a:defRPr>
            </a:pPr>
            <a:r>
              <a:t>Puzzle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6812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A servo is an electric motor that can move to a specified angle.</a:t>
            </a:r>
          </a:p>
        </p:txBody>
      </p:sp>
      <p:pic>
        <p:nvPicPr>
          <p:cNvPr id="6" name="Picture 5" descr="2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75" y="950166"/>
            <a:ext cx="5385215" cy="558779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use</a:t>
            </a:r>
            <a:r>
              <a:rPr sz="1600">
                <a:solidFill>
                  <a:srgbClr val="DCDCDC"/>
                </a:solidFill>
                <a:latin typeface="Consolas"/>
              </a:rPr>
              <a:t> std::thread;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use</a:t>
            </a:r>
            <a:r>
              <a:rPr sz="1600">
                <a:solidFill>
                  <a:srgbClr val="DCDCDC"/>
                </a:solidFill>
                <a:latin typeface="Consolas"/>
              </a:rPr>
              <a:t> std::time::Duration;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sz="1600">
              <a:solidFill>
                <a:srgbClr val="DCDCDC"/>
              </a:solidFill>
              <a:latin typeface="Consolas"/>
            </a:endParaR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`Servo` is an abstract contract (a trait), not a concrete driver.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trait</a:t>
            </a:r>
            <a:r>
              <a:rPr sz="1600">
                <a:solidFill>
                  <a:srgbClr val="DCDCDC"/>
                </a:solidFill>
                <a:latin typeface="Consolas"/>
              </a:rPr>
              <a:t> Servo 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set_degrees</a:t>
            </a:r>
            <a:r>
              <a:rPr sz="1600">
                <a:solidFill>
                  <a:srgbClr val="DCDCDC"/>
                </a:solidFill>
                <a:latin typeface="Consolas"/>
              </a:rPr>
              <a:t>(&amp;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, degrees: </a:t>
            </a:r>
            <a:r>
              <a:rPr sz="1600">
                <a:solidFill>
                  <a:srgbClr val="C586C0"/>
                </a:solidFill>
                <a:latin typeface="Consolas"/>
              </a:rPr>
              <a:t>u16</a:t>
            </a:r>
            <a:r>
              <a:rPr sz="1600">
                <a:solidFill>
                  <a:srgbClr val="DCDCDC"/>
                </a:solidFill>
                <a:latin typeface="Consolas"/>
              </a:rPr>
              <a:t>);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sz="1600">
              <a:solidFill>
                <a:srgbClr val="DCDCDC"/>
              </a:solidFill>
              <a:latin typeface="Consolas"/>
            </a:endParaR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`ServoPlayer` is also abstract. It extends `Servo` (supertrait), so any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`ServoPlayer` can do everything in `Servo` plus animation.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trait</a:t>
            </a:r>
            <a:r>
              <a:rPr sz="1600">
                <a:solidFill>
                  <a:srgbClr val="DCDCDC"/>
                </a:solidFill>
                <a:latin typeface="Consolas"/>
              </a:rPr>
              <a:t> ServoPlayer: </a:t>
            </a:r>
            <a:r>
              <a:rPr sz="1600">
                <a:solidFill>
                  <a:srgbClr val="4EC9B0"/>
                </a:solidFill>
                <a:latin typeface="Consolas"/>
              </a:rPr>
              <a:t>Servo</a:t>
            </a:r>
            <a:r>
              <a:rPr sz="1600">
                <a:solidFill>
                  <a:srgbClr val="DCDCDC"/>
                </a:solidFill>
                <a:latin typeface="Consolas"/>
              </a:rPr>
              <a:t> 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(degrees, milliseconds to hold at that angle)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animate</a:t>
            </a:r>
            <a:r>
              <a:rPr sz="1600">
                <a:solidFill>
                  <a:srgbClr val="DCDCDC"/>
                </a:solidFill>
                <a:latin typeface="Consolas"/>
              </a:rPr>
              <a:t>(&amp;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, steps: </a:t>
            </a:r>
            <a:r>
              <a:rPr sz="1600">
                <a:solidFill>
                  <a:srgbClr val="C586C0"/>
                </a:solidFill>
                <a:latin typeface="Consolas"/>
              </a:rPr>
              <a:t>&amp;</a:t>
            </a:r>
            <a:r>
              <a:rPr sz="1600">
                <a:solidFill>
                  <a:srgbClr val="DCDCDC"/>
                </a:solidFill>
                <a:latin typeface="Consolas"/>
              </a:rPr>
              <a:t>[(</a:t>
            </a:r>
            <a:r>
              <a:rPr sz="1600">
                <a:solidFill>
                  <a:srgbClr val="C586C0"/>
                </a:solidFill>
                <a:latin typeface="Consolas"/>
              </a:rPr>
              <a:t>u16</a:t>
            </a:r>
            <a:r>
              <a:rPr sz="1600">
                <a:solidFill>
                  <a:srgbClr val="DCDCDC"/>
                </a:solidFill>
                <a:latin typeface="Consolas"/>
              </a:rPr>
              <a:t>, </a:t>
            </a:r>
            <a:r>
              <a:rPr sz="1600">
                <a:solidFill>
                  <a:srgbClr val="C586C0"/>
                </a:solidFill>
                <a:latin typeface="Consolas"/>
              </a:rPr>
              <a:t>u64</a:t>
            </a:r>
            <a:r>
              <a:rPr sz="1600">
                <a:solidFill>
                  <a:srgbClr val="DCDCDC"/>
                </a:solidFill>
                <a:latin typeface="Consolas"/>
              </a:rPr>
              <a:t>)]);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sz="1600">
              <a:solidFill>
                <a:srgbClr val="DCDCDC"/>
              </a:solidFill>
              <a:latin typeface="Consolas"/>
            </a:endParaR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Concrete servo driver (similar naming to the real example): `ServoEsp`.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struct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ServoEsp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sz="1600">
              <a:solidFill>
                <a:srgbClr val="DCDCDC"/>
              </a:solidFill>
              <a:latin typeface="Consolas"/>
            </a:endParaR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impl</a:t>
            </a:r>
            <a:r>
              <a:rPr sz="1600">
                <a:solidFill>
                  <a:srgbClr val="DCDCDC"/>
                </a:solidFill>
                <a:latin typeface="Consolas"/>
              </a:rPr>
              <a:t> Servo </a:t>
            </a:r>
            <a:r>
              <a:rPr sz="1600">
                <a:solidFill>
                  <a:srgbClr val="C586C0"/>
                </a:solidFill>
                <a:latin typeface="Consolas"/>
              </a:rPr>
              <a:t>for</a:t>
            </a:r>
            <a:r>
              <a:rPr sz="1600">
                <a:solidFill>
                  <a:srgbClr val="DCDCDC"/>
                </a:solidFill>
                <a:latin typeface="Consolas"/>
              </a:rPr>
              <a:t> ServoEsp 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set_degrees</a:t>
            </a:r>
            <a:r>
              <a:rPr sz="1600">
                <a:solidFill>
                  <a:srgbClr val="DCDCDC"/>
                </a:solidFill>
                <a:latin typeface="Consolas"/>
              </a:rPr>
              <a:t>(&amp;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, degrees: </a:t>
            </a:r>
            <a:r>
              <a:rPr sz="1600">
                <a:solidFill>
                  <a:srgbClr val="C586C0"/>
                </a:solidFill>
                <a:latin typeface="Consolas"/>
              </a:rPr>
              <a:t>u16</a:t>
            </a:r>
            <a:r>
              <a:rPr sz="1600">
                <a:solidFill>
                  <a:srgbClr val="DCDCDC"/>
                </a:solidFill>
                <a:latin typeface="Consolas"/>
              </a:rPr>
              <a:t>) 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DCDCAA"/>
                </a:solidFill>
                <a:latin typeface="Consolas"/>
              </a:rPr>
              <a:t>println!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CE9178"/>
                </a:solidFill>
                <a:latin typeface="Consolas"/>
              </a:rPr>
              <a:t>"[ServoEsp] set angle -&gt; {degrees}°"</a:t>
            </a:r>
            <a:r>
              <a:rPr sz="1600">
                <a:solidFill>
                  <a:srgbClr val="DCDCDC"/>
                </a:solidFill>
                <a:latin typeface="Consolas"/>
              </a:rPr>
              <a:t>);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sz="1600">
              <a:solidFill>
                <a:srgbClr val="DCDCDC"/>
              </a:solidFill>
              <a:latin typeface="Consolas"/>
            </a:endParaR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Concrete servo player driver that can animate.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struct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ServoPlayerEsp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impl</a:t>
            </a:r>
            <a:r>
              <a:rPr sz="1600">
                <a:solidFill>
                  <a:srgbClr val="DCDCDC"/>
                </a:solidFill>
                <a:latin typeface="Consolas"/>
              </a:rPr>
              <a:t> Servo </a:t>
            </a:r>
            <a:r>
              <a:rPr sz="1600">
                <a:solidFill>
                  <a:srgbClr val="C586C0"/>
                </a:solidFill>
                <a:latin typeface="Consolas"/>
              </a:rPr>
              <a:t>for</a:t>
            </a:r>
            <a:r>
              <a:rPr sz="1600">
                <a:solidFill>
                  <a:srgbClr val="DCDCDC"/>
                </a:solidFill>
                <a:latin typeface="Consolas"/>
              </a:rPr>
              <a:t> ServoPlayerEsp 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set_degrees</a:t>
            </a:r>
            <a:r>
              <a:rPr sz="1600">
                <a:solidFill>
                  <a:srgbClr val="DCDCDC"/>
                </a:solidFill>
                <a:latin typeface="Consolas"/>
              </a:rPr>
              <a:t>(&amp;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, degrees: </a:t>
            </a:r>
            <a:r>
              <a:rPr sz="1600">
                <a:solidFill>
                  <a:srgbClr val="C586C0"/>
                </a:solidFill>
                <a:latin typeface="Consolas"/>
              </a:rPr>
              <a:t>u16</a:t>
            </a:r>
            <a:r>
              <a:rPr sz="1600">
                <a:solidFill>
                  <a:srgbClr val="DCDCDC"/>
                </a:solidFill>
                <a:latin typeface="Consolas"/>
              </a:rPr>
              <a:t>) 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DCDCAA"/>
                </a:solidFill>
                <a:latin typeface="Consolas"/>
              </a:rPr>
              <a:t>println!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CE9178"/>
                </a:solidFill>
                <a:latin typeface="Consolas"/>
              </a:rPr>
              <a:t>"[ServoPlayerEsp] set angle -&gt; {degrees}°"</a:t>
            </a:r>
            <a:r>
              <a:rPr sz="1600">
                <a:solidFill>
                  <a:srgbClr val="DCDCDC"/>
                </a:solidFill>
                <a:latin typeface="Consolas"/>
              </a:rPr>
              <a:t>);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sz="1600">
              <a:solidFill>
                <a:srgbClr val="DCDCDC"/>
              </a:solidFill>
              <a:latin typeface="Consolas"/>
            </a:endParaR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impl</a:t>
            </a:r>
            <a:r>
              <a:rPr sz="1600">
                <a:solidFill>
                  <a:srgbClr val="DCDCDC"/>
                </a:solidFill>
                <a:latin typeface="Consolas"/>
              </a:rPr>
              <a:t> ServoPlayer </a:t>
            </a:r>
            <a:r>
              <a:rPr sz="1600">
                <a:solidFill>
                  <a:srgbClr val="C586C0"/>
                </a:solidFill>
                <a:latin typeface="Consolas"/>
              </a:rPr>
              <a:t>for</a:t>
            </a:r>
            <a:r>
              <a:rPr sz="1600">
                <a:solidFill>
                  <a:srgbClr val="DCDCDC"/>
                </a:solidFill>
                <a:latin typeface="Consolas"/>
              </a:rPr>
              <a:t> ServoPlayerEsp 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animate</a:t>
            </a:r>
            <a:r>
              <a:rPr sz="1600">
                <a:solidFill>
                  <a:srgbClr val="DCDCDC"/>
                </a:solidFill>
                <a:latin typeface="Consolas"/>
              </a:rPr>
              <a:t>(&amp;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, steps: </a:t>
            </a:r>
            <a:r>
              <a:rPr sz="1600">
                <a:solidFill>
                  <a:srgbClr val="C586C0"/>
                </a:solidFill>
                <a:latin typeface="Consolas"/>
              </a:rPr>
              <a:t>&amp;</a:t>
            </a:r>
            <a:r>
              <a:rPr sz="1600">
                <a:solidFill>
                  <a:srgbClr val="DCDCDC"/>
                </a:solidFill>
                <a:latin typeface="Consolas"/>
              </a:rPr>
              <a:t>[(</a:t>
            </a:r>
            <a:r>
              <a:rPr sz="1600">
                <a:solidFill>
                  <a:srgbClr val="C586C0"/>
                </a:solidFill>
                <a:latin typeface="Consolas"/>
              </a:rPr>
              <a:t>u16</a:t>
            </a:r>
            <a:r>
              <a:rPr sz="1600">
                <a:solidFill>
                  <a:srgbClr val="DCDCDC"/>
                </a:solidFill>
                <a:latin typeface="Consolas"/>
              </a:rPr>
              <a:t>, </a:t>
            </a:r>
            <a:r>
              <a:rPr sz="1600">
                <a:solidFill>
                  <a:srgbClr val="C586C0"/>
                </a:solidFill>
                <a:latin typeface="Consolas"/>
              </a:rPr>
              <a:t>u64</a:t>
            </a:r>
            <a:r>
              <a:rPr sz="1600">
                <a:solidFill>
                  <a:srgbClr val="DCDCDC"/>
                </a:solidFill>
                <a:latin typeface="Consolas"/>
              </a:rPr>
              <a:t>)]) 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C586C0"/>
                </a:solidFill>
                <a:latin typeface="Consolas"/>
              </a:rPr>
              <a:t>for</a:t>
            </a:r>
            <a:r>
              <a:rPr sz="1600">
                <a:solidFill>
                  <a:srgbClr val="DCDCDC"/>
                </a:solidFill>
                <a:latin typeface="Consolas"/>
              </a:rPr>
              <a:t> (degrees, ms) </a:t>
            </a:r>
            <a:r>
              <a:rPr sz="1600">
                <a:solidFill>
                  <a:srgbClr val="C586C0"/>
                </a:solidFill>
                <a:latin typeface="Consolas"/>
              </a:rPr>
              <a:t>in</a:t>
            </a:r>
            <a:r>
              <a:rPr sz="1600">
                <a:solidFill>
                  <a:srgbClr val="DCDCDC"/>
                </a:solidFill>
                <a:latin typeface="Consolas"/>
              </a:rPr>
              <a:t> steps 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   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.set_degrees(*degrees);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    </a:t>
            </a:r>
            <a:r>
              <a:rPr sz="1600">
                <a:solidFill>
                  <a:srgbClr val="DCDCAA"/>
                </a:solidFill>
                <a:latin typeface="Consolas"/>
              </a:rPr>
              <a:t>println!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CE9178"/>
                </a:solidFill>
                <a:latin typeface="Consolas"/>
              </a:rPr>
              <a:t>"[ServoPlayerEsp] hold for {ms}ms"</a:t>
            </a:r>
            <a:r>
              <a:rPr sz="1600">
                <a:solidFill>
                  <a:srgbClr val="DCDCDC"/>
                </a:solidFill>
                <a:latin typeface="Consolas"/>
              </a:rPr>
              <a:t>);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    thread::sleep(Duration::from_millis(*ms));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sz="1600">
              <a:solidFill>
                <a:srgbClr val="DCDCDC"/>
              </a:solidFill>
              <a:latin typeface="Consolas"/>
            </a:endParaR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Generic program that only needs a `Servo`.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center_servo</a:t>
            </a:r>
            <a:r>
              <a:rPr sz="1600">
                <a:solidFill>
                  <a:srgbClr val="DCDCDC"/>
                </a:solidFill>
                <a:latin typeface="Consolas"/>
              </a:rPr>
              <a:t>(servo: </a:t>
            </a:r>
            <a:r>
              <a:rPr sz="1600">
                <a:solidFill>
                  <a:srgbClr val="C586C0"/>
                </a:solidFill>
                <a:latin typeface="Consolas"/>
              </a:rPr>
              <a:t>&amp;</a:t>
            </a:r>
            <a:r>
              <a:rPr sz="1600">
                <a:solidFill>
                  <a:srgbClr val="4EC9B0"/>
                </a:solidFill>
                <a:latin typeface="Consolas"/>
              </a:rPr>
              <a:t>impl</a:t>
            </a:r>
            <a:r>
              <a:rPr sz="1600">
                <a:solidFill>
                  <a:srgbClr val="DCDCDC"/>
                </a:solidFill>
                <a:latin typeface="Consolas"/>
              </a:rPr>
              <a:t> Servo) 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servo.set_degrees(</a:t>
            </a:r>
            <a:r>
              <a:rPr sz="1600">
                <a:solidFill>
                  <a:srgbClr val="B5CEA8"/>
                </a:solidFill>
                <a:latin typeface="Consolas"/>
              </a:rPr>
              <a:t>90</a:t>
            </a:r>
            <a:r>
              <a:rPr sz="1600">
                <a:solidFill>
                  <a:srgbClr val="DCDCDC"/>
                </a:solidFill>
                <a:latin typeface="Consolas"/>
              </a:rPr>
              <a:t>);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sz="1600">
              <a:solidFill>
                <a:srgbClr val="DCDCDC"/>
              </a:solidFill>
              <a:latin typeface="Consolas"/>
            </a:endParaR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Generic program that needs a `ServoPlayer`.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run_wave</a:t>
            </a:r>
            <a:r>
              <a:rPr sz="1600">
                <a:solidFill>
                  <a:srgbClr val="DCDCDC"/>
                </a:solidFill>
                <a:latin typeface="Consolas"/>
              </a:rPr>
              <a:t>(player: </a:t>
            </a:r>
            <a:r>
              <a:rPr sz="1600">
                <a:solidFill>
                  <a:srgbClr val="C586C0"/>
                </a:solidFill>
                <a:latin typeface="Consolas"/>
              </a:rPr>
              <a:t>&amp;</a:t>
            </a:r>
            <a:r>
              <a:rPr sz="1600">
                <a:solidFill>
                  <a:srgbClr val="4EC9B0"/>
                </a:solidFill>
                <a:latin typeface="Consolas"/>
              </a:rPr>
              <a:t>impl</a:t>
            </a:r>
            <a:r>
              <a:rPr sz="1600">
                <a:solidFill>
                  <a:srgbClr val="DCDCDC"/>
                </a:solidFill>
                <a:latin typeface="Consolas"/>
              </a:rPr>
              <a:t> ServoPlayer) 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player.animate(&amp;[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(</a:t>
            </a:r>
            <a:r>
              <a:rPr sz="1600">
                <a:solidFill>
                  <a:srgbClr val="B5CEA8"/>
                </a:solidFill>
                <a:latin typeface="Consolas"/>
              </a:rPr>
              <a:t>0</a:t>
            </a:r>
            <a:r>
              <a:rPr sz="1600">
                <a:solidFill>
                  <a:srgbClr val="DCDCDC"/>
                </a:solidFill>
                <a:latin typeface="Consolas"/>
              </a:rPr>
              <a:t>, </a:t>
            </a:r>
            <a:r>
              <a:rPr sz="1600">
                <a:solidFill>
                  <a:srgbClr val="B5CEA8"/>
                </a:solidFill>
                <a:latin typeface="Consolas"/>
              </a:rPr>
              <a:t>120</a:t>
            </a:r>
            <a:r>
              <a:rPr sz="1600">
                <a:solidFill>
                  <a:srgbClr val="DCDCDC"/>
                </a:solidFill>
                <a:latin typeface="Consolas"/>
              </a:rPr>
              <a:t>),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(</a:t>
            </a:r>
            <a:r>
              <a:rPr sz="1600">
                <a:solidFill>
                  <a:srgbClr val="B5CEA8"/>
                </a:solidFill>
                <a:latin typeface="Consolas"/>
              </a:rPr>
              <a:t>45</a:t>
            </a:r>
            <a:r>
              <a:rPr sz="1600">
                <a:solidFill>
                  <a:srgbClr val="DCDCDC"/>
                </a:solidFill>
                <a:latin typeface="Consolas"/>
              </a:rPr>
              <a:t>, </a:t>
            </a:r>
            <a:r>
              <a:rPr sz="1600">
                <a:solidFill>
                  <a:srgbClr val="B5CEA8"/>
                </a:solidFill>
                <a:latin typeface="Consolas"/>
              </a:rPr>
              <a:t>100</a:t>
            </a:r>
            <a:r>
              <a:rPr sz="1600">
                <a:solidFill>
                  <a:srgbClr val="DCDCDC"/>
                </a:solidFill>
                <a:latin typeface="Consolas"/>
              </a:rPr>
              <a:t>),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(</a:t>
            </a:r>
            <a:r>
              <a:rPr sz="1600">
                <a:solidFill>
                  <a:srgbClr val="B5CEA8"/>
                </a:solidFill>
                <a:latin typeface="Consolas"/>
              </a:rPr>
              <a:t>90</a:t>
            </a:r>
            <a:r>
              <a:rPr sz="1600">
                <a:solidFill>
                  <a:srgbClr val="DCDCDC"/>
                </a:solidFill>
                <a:latin typeface="Consolas"/>
              </a:rPr>
              <a:t>, </a:t>
            </a:r>
            <a:r>
              <a:rPr sz="1600">
                <a:solidFill>
                  <a:srgbClr val="B5CEA8"/>
                </a:solidFill>
                <a:latin typeface="Consolas"/>
              </a:rPr>
              <a:t>100</a:t>
            </a:r>
            <a:r>
              <a:rPr sz="1600">
                <a:solidFill>
                  <a:srgbClr val="DCDCDC"/>
                </a:solidFill>
                <a:latin typeface="Consolas"/>
              </a:rPr>
              <a:t>),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(</a:t>
            </a:r>
            <a:r>
              <a:rPr sz="1600">
                <a:solidFill>
                  <a:srgbClr val="B5CEA8"/>
                </a:solidFill>
                <a:latin typeface="Consolas"/>
              </a:rPr>
              <a:t>135</a:t>
            </a:r>
            <a:r>
              <a:rPr sz="1600">
                <a:solidFill>
                  <a:srgbClr val="DCDCDC"/>
                </a:solidFill>
                <a:latin typeface="Consolas"/>
              </a:rPr>
              <a:t>, </a:t>
            </a:r>
            <a:r>
              <a:rPr sz="1600">
                <a:solidFill>
                  <a:srgbClr val="B5CEA8"/>
                </a:solidFill>
                <a:latin typeface="Consolas"/>
              </a:rPr>
              <a:t>100</a:t>
            </a:r>
            <a:r>
              <a:rPr sz="1600">
                <a:solidFill>
                  <a:srgbClr val="DCDCDC"/>
                </a:solidFill>
                <a:latin typeface="Consolas"/>
              </a:rPr>
              <a:t>),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(</a:t>
            </a:r>
            <a:r>
              <a:rPr sz="1600">
                <a:solidFill>
                  <a:srgbClr val="B5CEA8"/>
                </a:solidFill>
                <a:latin typeface="Consolas"/>
              </a:rPr>
              <a:t>180</a:t>
            </a:r>
            <a:r>
              <a:rPr sz="1600">
                <a:solidFill>
                  <a:srgbClr val="DCDCDC"/>
                </a:solidFill>
                <a:latin typeface="Consolas"/>
              </a:rPr>
              <a:t>, </a:t>
            </a:r>
            <a:r>
              <a:rPr sz="1600">
                <a:solidFill>
                  <a:srgbClr val="B5CEA8"/>
                </a:solidFill>
                <a:latin typeface="Consolas"/>
              </a:rPr>
              <a:t>120</a:t>
            </a:r>
            <a:r>
              <a:rPr sz="1600">
                <a:solidFill>
                  <a:srgbClr val="DCDCDC"/>
                </a:solidFill>
                <a:latin typeface="Consolas"/>
              </a:rPr>
              <a:t>),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(</a:t>
            </a:r>
            <a:r>
              <a:rPr sz="1600">
                <a:solidFill>
                  <a:srgbClr val="B5CEA8"/>
                </a:solidFill>
                <a:latin typeface="Consolas"/>
              </a:rPr>
              <a:t>135</a:t>
            </a:r>
            <a:r>
              <a:rPr sz="1600">
                <a:solidFill>
                  <a:srgbClr val="DCDCDC"/>
                </a:solidFill>
                <a:latin typeface="Consolas"/>
              </a:rPr>
              <a:t>, </a:t>
            </a:r>
            <a:r>
              <a:rPr sz="1600">
                <a:solidFill>
                  <a:srgbClr val="B5CEA8"/>
                </a:solidFill>
                <a:latin typeface="Consolas"/>
              </a:rPr>
              <a:t>100</a:t>
            </a:r>
            <a:r>
              <a:rPr sz="1600">
                <a:solidFill>
                  <a:srgbClr val="DCDCDC"/>
                </a:solidFill>
                <a:latin typeface="Consolas"/>
              </a:rPr>
              <a:t>),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(</a:t>
            </a:r>
            <a:r>
              <a:rPr sz="1600">
                <a:solidFill>
                  <a:srgbClr val="B5CEA8"/>
                </a:solidFill>
                <a:latin typeface="Consolas"/>
              </a:rPr>
              <a:t>90</a:t>
            </a:r>
            <a:r>
              <a:rPr sz="1600">
                <a:solidFill>
                  <a:srgbClr val="DCDCDC"/>
                </a:solidFill>
                <a:latin typeface="Consolas"/>
              </a:rPr>
              <a:t>, </a:t>
            </a:r>
            <a:r>
              <a:rPr sz="1600">
                <a:solidFill>
                  <a:srgbClr val="B5CEA8"/>
                </a:solidFill>
                <a:latin typeface="Consolas"/>
              </a:rPr>
              <a:t>100</a:t>
            </a:r>
            <a:r>
              <a:rPr sz="1600">
                <a:solidFill>
                  <a:srgbClr val="DCDCDC"/>
                </a:solidFill>
                <a:latin typeface="Consolas"/>
              </a:rPr>
              <a:t>),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(</a:t>
            </a:r>
            <a:r>
              <a:rPr sz="1600">
                <a:solidFill>
                  <a:srgbClr val="B5CEA8"/>
                </a:solidFill>
                <a:latin typeface="Consolas"/>
              </a:rPr>
              <a:t>45</a:t>
            </a:r>
            <a:r>
              <a:rPr sz="1600">
                <a:solidFill>
                  <a:srgbClr val="DCDCDC"/>
                </a:solidFill>
                <a:latin typeface="Consolas"/>
              </a:rPr>
              <a:t>, </a:t>
            </a:r>
            <a:r>
              <a:rPr sz="1600">
                <a:solidFill>
                  <a:srgbClr val="B5CEA8"/>
                </a:solidFill>
                <a:latin typeface="Consolas"/>
              </a:rPr>
              <a:t>100</a:t>
            </a:r>
            <a:r>
              <a:rPr sz="1600">
                <a:solidFill>
                  <a:srgbClr val="DCDCDC"/>
                </a:solidFill>
                <a:latin typeface="Consolas"/>
              </a:rPr>
              <a:t>),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(</a:t>
            </a:r>
            <a:r>
              <a:rPr sz="1600">
                <a:solidFill>
                  <a:srgbClr val="B5CEA8"/>
                </a:solidFill>
                <a:latin typeface="Consolas"/>
              </a:rPr>
              <a:t>0</a:t>
            </a:r>
            <a:r>
              <a:rPr sz="1600">
                <a:solidFill>
                  <a:srgbClr val="DCDCDC"/>
                </a:solidFill>
                <a:latin typeface="Consolas"/>
              </a:rPr>
              <a:t>, </a:t>
            </a:r>
            <a:r>
              <a:rPr sz="1600">
                <a:solidFill>
                  <a:srgbClr val="B5CEA8"/>
                </a:solidFill>
                <a:latin typeface="Consolas"/>
              </a:rPr>
              <a:t>120</a:t>
            </a:r>
            <a:r>
              <a:rPr sz="1600">
                <a:solidFill>
                  <a:srgbClr val="DCDCDC"/>
                </a:solidFill>
                <a:latin typeface="Consolas"/>
              </a:rPr>
              <a:t>),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]);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sz="1600">
              <a:solidFill>
                <a:srgbClr val="DCDCDC"/>
              </a:solidFill>
              <a:latin typeface="Consolas"/>
            </a:endParaR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main</a:t>
            </a:r>
            <a:r>
              <a:rPr sz="1600">
                <a:solidFill>
                  <a:srgbClr val="DCDCDC"/>
                </a:solidFill>
                <a:latin typeface="Consolas"/>
              </a:rPr>
              <a:t>() 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let</a:t>
            </a:r>
            <a:r>
              <a:rPr sz="1600">
                <a:solidFill>
                  <a:srgbClr val="DCDCDC"/>
                </a:solidFill>
                <a:latin typeface="Consolas"/>
              </a:rPr>
              <a:t> servo = ServoEsp;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let</a:t>
            </a:r>
            <a:r>
              <a:rPr sz="1600">
                <a:solidFill>
                  <a:srgbClr val="DCDCDC"/>
                </a:solidFill>
                <a:latin typeface="Consolas"/>
              </a:rPr>
              <a:t> servo_player = ServoPlayerEsp;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sz="1600">
              <a:solidFill>
                <a:srgbClr val="DCDCDC"/>
              </a:solidFill>
              <a:latin typeface="Consolas"/>
            </a:endParaR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center_servo(&amp;servo);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center_servo(&amp;servo_player); </a:t>
            </a:r>
            <a:r>
              <a:rPr sz="1600">
                <a:solidFill>
                  <a:srgbClr val="6A9955"/>
                </a:solidFill>
                <a:latin typeface="Consolas"/>
              </a:rPr>
              <a:t>// `ServoPlayer` can do everything `Servo` can!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run_wave(&amp;servo_player);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1146</TotalTime>
  <Words>457</Words>
  <Application>Microsoft Office PowerPoint</Application>
  <PresentationFormat>On-screen Show (4:3)</PresentationFormat>
  <Paragraphs>73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Carl K</cp:lastModifiedBy>
  <cp:revision>2</cp:revision>
  <dcterms:created xsi:type="dcterms:W3CDTF">2013-01-27T09:14:16Z</dcterms:created>
  <dcterms:modified xsi:type="dcterms:W3CDTF">2026-05-10T15:46:23Z</dcterms:modified>
  <cp:category/>
</cp:coreProperties>
</file>