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63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36DE7-7E3C-0C45-0D57-DDCB2941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Conclusion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306137"/>
              </p:ext>
            </p:extLst>
          </p:nvPr>
        </p:nvGraphicFramePr>
        <p:xfrm>
          <a:off x="482599" y="1511891"/>
          <a:ext cx="8537575" cy="41597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794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3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Trait Default Methods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“Interface” defines default implementation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Supertrait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#1 but with more levels of traits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Extension Traits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Add methods to one or a few (foreign) types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Derive-Generated Implementations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#[derive(Clone, Debug, etc.)]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Deref Method Lookup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Add methods to concrete types like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ascadia Mono" panose="020B0609020000020004" pitchFamily="49" charset="0"/>
                          <a:cs typeface="Cascadia Mono" panose="020B0609020000020004" pitchFamily="49" charset="0"/>
                        </a:rPr>
                        <a:t>String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Blanket Implementations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Add methods to all (foreign) types that satisfy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b="1" dirty="0"/>
                        <a:t>Macro-Generated Implementations</a:t>
                      </a:r>
                      <a:endParaRPr lang="en-US" sz="1800" b="1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When #2 doesn’t work because “coherence”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714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Constraint-Gated Methods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e.g. when const N=8, add a method</a:t>
                      </a: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Method-Level Constraints</a:t>
                      </a:r>
                    </a:p>
                  </a:txBody>
                  <a:tcPr marL="90876" marR="90876" marT="63613" marB="63613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e.g. method defined when T: </a:t>
                      </a:r>
                      <a:r>
                        <a:rPr lang="en-US" sz="1800" cap="none" spc="0" dirty="0" err="1">
                          <a:solidFill>
                            <a:schemeClr val="tx1"/>
                          </a:solidFill>
                        </a:rPr>
                        <a:t>Serialize+etc</a:t>
                      </a: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0876" marR="90876" marT="63613" marB="63613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413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105</Words>
  <Application>Microsoft Office PowerPoint</Application>
  <PresentationFormat>On-screen Show (4:3)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Cascadia Mono</vt:lpstr>
      <vt:lpstr>Office Theme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 K</dc:creator>
  <cp:keywords/>
  <dc:description>generated using python-pptx</dc:description>
  <cp:lastModifiedBy>Carl K</cp:lastModifiedBy>
  <cp:revision>5</cp:revision>
  <dcterms:created xsi:type="dcterms:W3CDTF">2013-01-27T09:14:16Z</dcterms:created>
  <dcterms:modified xsi:type="dcterms:W3CDTF">2026-05-19T20:25:29Z</dcterms:modified>
  <cp:category/>
</cp:coreProperties>
</file>