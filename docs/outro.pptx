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63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716C1-A0C7-F010-1AAB-70A169834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156762"/>
          </a:xfrm>
        </p:spPr>
        <p:txBody>
          <a:bodyPr/>
          <a:lstStyle/>
          <a:p>
            <a:r>
              <a:rPr lang="en-US" dirty="0"/>
              <a:t>Nine Ways to Inherit in Rust</a:t>
            </a:r>
            <a:br>
              <a:rPr lang="en-US" dirty="0"/>
            </a:br>
            <a:r>
              <a:rPr lang="en-US" dirty="0"/>
              <a:t>a Language without 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DA8930-B56D-9DEE-8C75-29B72AAB61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689207"/>
            <a:ext cx="9143999" cy="2156762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1350" dirty="0">
                <a:solidFill>
                  <a:schemeClr val="bg1">
                    <a:lumMod val="50000"/>
                  </a:schemeClr>
                </a:solidFill>
              </a:rPr>
              <a:t>Carl Kadie · github.com/</a:t>
            </a:r>
            <a:r>
              <a:rPr lang="en-US" sz="1350" dirty="0" err="1">
                <a:solidFill>
                  <a:schemeClr val="bg1">
                    <a:lumMod val="50000"/>
                  </a:schemeClr>
                </a:solidFill>
              </a:rPr>
              <a:t>CarlKCarlK</a:t>
            </a:r>
            <a:r>
              <a:rPr lang="en-US" sz="1350" dirty="0">
                <a:solidFill>
                  <a:schemeClr val="bg1">
                    <a:lumMod val="50000"/>
                  </a:schemeClr>
                </a:solidFill>
              </a:rPr>
              <a:t>/device-envoy</a:t>
            </a:r>
          </a:p>
        </p:txBody>
      </p:sp>
    </p:spTree>
    <p:extLst>
      <p:ext uri="{BB962C8B-B14F-4D97-AF65-F5344CB8AC3E}">
        <p14:creationId xmlns:p14="http://schemas.microsoft.com/office/powerpoint/2010/main" val="1079877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6DE7-7E3C-0C45-0D57-DDCB2941F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E6C18-6B37-A546-685E-EE5B6A59D2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 has </a:t>
            </a:r>
            <a:r>
              <a:rPr lang="en-US" b="1" dirty="0"/>
              <a:t>objects</a:t>
            </a:r>
            <a:r>
              <a:rPr lang="en-US" dirty="0"/>
              <a:t>, but not </a:t>
            </a:r>
            <a:r>
              <a:rPr lang="en-US" b="1" dirty="0"/>
              <a:t>class inheritance</a:t>
            </a:r>
          </a:p>
          <a:p>
            <a:r>
              <a:rPr lang="en-US" dirty="0"/>
              <a:t>Defining “object-oriented” is controversial</a:t>
            </a:r>
          </a:p>
          <a:p>
            <a:pPr lvl="1"/>
            <a:r>
              <a:rPr lang="en-US" dirty="0"/>
              <a:t>Skip that debate</a:t>
            </a:r>
          </a:p>
          <a:p>
            <a:pPr lvl="1"/>
            <a:r>
              <a:rPr lang="en-US" dirty="0"/>
              <a:t>How do we share behavior across related types?</a:t>
            </a:r>
          </a:p>
          <a:p>
            <a:r>
              <a:rPr lang="en-US" dirty="0"/>
              <a:t>Credentials: C++, C#, Python*, Smalltalk</a:t>
            </a:r>
          </a:p>
          <a:p>
            <a:r>
              <a:rPr lang="en-US" dirty="0"/>
              <a:t>Format: 9 puzzles &amp; Rust solutions</a:t>
            </a:r>
          </a:p>
          <a:p>
            <a:pPr lvl="1"/>
            <a:r>
              <a:rPr lang="en-US" dirty="0"/>
              <a:t>inspired by real code</a:t>
            </a:r>
          </a:p>
        </p:txBody>
      </p:sp>
    </p:spTree>
    <p:extLst>
      <p:ext uri="{BB962C8B-B14F-4D97-AF65-F5344CB8AC3E}">
        <p14:creationId xmlns:p14="http://schemas.microsoft.com/office/powerpoint/2010/main" val="4103413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68</Words>
  <Application>Microsoft Office PowerPoint</Application>
  <PresentationFormat>On-screen Show (4:3)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Nine Ways to Inherit in Rust a Language without Inheritance</vt:lpstr>
      <vt:lpstr>Introduction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Carl K</dc:creator>
  <cp:keywords/>
  <dc:description>generated using python-pptx</dc:description>
  <cp:lastModifiedBy>Carl K</cp:lastModifiedBy>
  <cp:revision>3</cp:revision>
  <dcterms:created xsi:type="dcterms:W3CDTF">2013-01-27T09:14:16Z</dcterms:created>
  <dcterms:modified xsi:type="dcterms:W3CDTF">2026-05-19T15:08:53Z</dcterms:modified>
  <cp:category/>
</cp:coreProperties>
</file>