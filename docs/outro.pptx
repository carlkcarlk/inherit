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183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236DE7-7E3C-0C45-0D57-DDCB2941F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5945333"/>
              </p:ext>
            </p:extLst>
          </p:nvPr>
        </p:nvGraphicFramePr>
        <p:xfrm>
          <a:off x="482599" y="1511891"/>
          <a:ext cx="8537575" cy="41597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794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430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372">
                <a:tc>
                  <a:txBody>
                    <a:bodyPr/>
                    <a:lstStyle/>
                    <a:p>
                      <a:r>
                        <a:rPr lang="en-US" sz="1800" b="1" cap="none" spc="0">
                          <a:solidFill>
                            <a:schemeClr val="tx1"/>
                          </a:solidFill>
                        </a:rPr>
                        <a:t>Trait Default Methods</a:t>
                      </a:r>
                    </a:p>
                  </a:txBody>
                  <a:tcPr marL="90876" marR="90876" marT="63613" marB="63613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 dirty="0">
                          <a:solidFill>
                            <a:schemeClr val="tx1"/>
                          </a:solidFill>
                        </a:rPr>
                        <a:t>“Interface” defines default implementation</a:t>
                      </a: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714">
                <a:tc>
                  <a:txBody>
                    <a:bodyPr/>
                    <a:lstStyle/>
                    <a:p>
                      <a:r>
                        <a:rPr lang="en-US" sz="1800" b="1" cap="none" spc="0" dirty="0" err="1">
                          <a:solidFill>
                            <a:schemeClr val="tx1"/>
                          </a:solidFill>
                        </a:rPr>
                        <a:t>Supertrait</a:t>
                      </a:r>
                      <a:r>
                        <a:rPr lang="en-US" sz="1800" b="1" cap="none" spc="0" dirty="0">
                          <a:solidFill>
                            <a:schemeClr val="tx1"/>
                          </a:solidFill>
                        </a:rPr>
                        <a:t> Default Methods</a:t>
                      </a: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 dirty="0">
                          <a:solidFill>
                            <a:schemeClr val="tx1"/>
                          </a:solidFill>
                        </a:rPr>
                        <a:t>#1 but with more levels of traits</a:t>
                      </a: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9372">
                <a:tc>
                  <a:txBody>
                    <a:bodyPr/>
                    <a:lstStyle/>
                    <a:p>
                      <a:r>
                        <a:rPr lang="en-US" sz="1800" b="1" cap="none" spc="0" dirty="0">
                          <a:solidFill>
                            <a:schemeClr val="tx1"/>
                          </a:solidFill>
                        </a:rPr>
                        <a:t>Extension Traits</a:t>
                      </a:r>
                    </a:p>
                  </a:txBody>
                  <a:tcPr marL="90876" marR="90876" marT="63613" marB="63613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 dirty="0">
                          <a:solidFill>
                            <a:schemeClr val="tx1"/>
                          </a:solidFill>
                        </a:rPr>
                        <a:t>Add methods to one or a few (foreign) types</a:t>
                      </a: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714">
                <a:tc>
                  <a:txBody>
                    <a:bodyPr/>
                    <a:lstStyle/>
                    <a:p>
                      <a:r>
                        <a:rPr lang="en-US" sz="1800" b="1" cap="none" spc="0">
                          <a:solidFill>
                            <a:schemeClr val="tx1"/>
                          </a:solidFill>
                        </a:rPr>
                        <a:t>Derive-Generated Implementations</a:t>
                      </a: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 dirty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#[derive(Clone, Debug, etc.)]</a:t>
                      </a: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9372">
                <a:tc>
                  <a:txBody>
                    <a:bodyPr/>
                    <a:lstStyle/>
                    <a:p>
                      <a:r>
                        <a:rPr lang="en-US" sz="1800" b="1" cap="none" spc="0">
                          <a:solidFill>
                            <a:schemeClr val="tx1"/>
                          </a:solidFill>
                        </a:rPr>
                        <a:t>Deref Method Lookup</a:t>
                      </a:r>
                    </a:p>
                  </a:txBody>
                  <a:tcPr marL="90876" marR="90876" marT="63613" marB="63613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 dirty="0">
                          <a:solidFill>
                            <a:schemeClr val="tx1"/>
                          </a:solidFill>
                        </a:rPr>
                        <a:t>Add methods to concrete types like </a:t>
                      </a:r>
                      <a:r>
                        <a:rPr lang="en-US" sz="1800" cap="none" spc="0" dirty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String</a:t>
                      </a: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714">
                <a:tc>
                  <a:txBody>
                    <a:bodyPr/>
                    <a:lstStyle/>
                    <a:p>
                      <a:r>
                        <a:rPr lang="en-US" sz="1800" b="1" cap="none" spc="0" dirty="0">
                          <a:solidFill>
                            <a:schemeClr val="tx1"/>
                          </a:solidFill>
                        </a:rPr>
                        <a:t>Blanket Implementations</a:t>
                      </a: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Add methods to all (foreign) types that satisfy</a:t>
                      </a: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9372">
                <a:tc>
                  <a:txBody>
                    <a:bodyPr/>
                    <a:lstStyle/>
                    <a:p>
                      <a:r>
                        <a:rPr lang="en-US" b="1" dirty="0"/>
                        <a:t>Macro-Generated Implementations</a:t>
                      </a:r>
                      <a:endParaRPr lang="en-US" sz="18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90876" marR="90876" marT="63613" marB="63613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 dirty="0">
                          <a:solidFill>
                            <a:schemeClr val="tx1"/>
                          </a:solidFill>
                        </a:rPr>
                        <a:t>When #2 doesn’t work because “coherence”</a:t>
                      </a: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0714">
                <a:tc>
                  <a:txBody>
                    <a:bodyPr/>
                    <a:lstStyle/>
                    <a:p>
                      <a:r>
                        <a:rPr lang="en-US" sz="1800" b="1" cap="none" spc="0" dirty="0">
                          <a:solidFill>
                            <a:schemeClr val="tx1"/>
                          </a:solidFill>
                        </a:rPr>
                        <a:t>Constraint-Gated Methods</a:t>
                      </a: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 dirty="0">
                          <a:solidFill>
                            <a:schemeClr val="tx1"/>
                          </a:solidFill>
                        </a:rPr>
                        <a:t>e.g. when const N=8, add a method</a:t>
                      </a: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9372">
                <a:tc>
                  <a:txBody>
                    <a:bodyPr/>
                    <a:lstStyle/>
                    <a:p>
                      <a:r>
                        <a:rPr lang="en-US" sz="1800" b="1" cap="none" spc="0">
                          <a:solidFill>
                            <a:schemeClr val="tx1"/>
                          </a:solidFill>
                        </a:rPr>
                        <a:t>Method-Level Constraints</a:t>
                      </a:r>
                    </a:p>
                  </a:txBody>
                  <a:tcPr marL="90876" marR="90876" marT="63613" marB="63613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cap="none" spc="0" dirty="0">
                          <a:solidFill>
                            <a:schemeClr val="tx1"/>
                          </a:solidFill>
                        </a:rPr>
                        <a:t>e.g. method defined when T: </a:t>
                      </a:r>
                      <a:r>
                        <a:rPr lang="en-US" sz="1800" cap="none" spc="0" dirty="0" err="1">
                          <a:solidFill>
                            <a:schemeClr val="tx1"/>
                          </a:solidFill>
                        </a:rPr>
                        <a:t>Serialize+etc</a:t>
                      </a:r>
                      <a:endParaRPr lang="en-US" sz="1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90876" marR="90876" marT="63613" marB="63613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3413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107</Words>
  <Application>Microsoft Office PowerPoint</Application>
  <PresentationFormat>On-screen Show (4:3)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Cascadia Mono</vt:lpstr>
      <vt:lpstr>Office Theme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Carl K</dc:creator>
  <cp:keywords/>
  <dc:description>generated using python-pptx</dc:description>
  <cp:lastModifiedBy>Carl K</cp:lastModifiedBy>
  <cp:revision>4</cp:revision>
  <dcterms:created xsi:type="dcterms:W3CDTF">2013-01-27T09:14:16Z</dcterms:created>
  <dcterms:modified xsi:type="dcterms:W3CDTF">2026-05-19T15:29:58Z</dcterms:modified>
  <cp:category/>
</cp:coreProperties>
</file>