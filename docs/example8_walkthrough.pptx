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have an </a:t>
            </a:r>
            <a:r>
              <a:rPr sz="1600">
                <a:solidFill>
                  <a:srgbClr val="FFFFFF"/>
                </a:solidFill>
                <a:latin typeface="Consolas"/>
              </a:rPr>
              <a:t>OutputArray&lt;N&gt;</a:t>
            </a:r>
            <a:r>
              <a:rPr sz="1600">
                <a:solidFill>
                  <a:srgbClr val="E6E6E6"/>
                </a:solidFill>
                <a:latin typeface="Aptos"/>
              </a:rPr>
              <a:t> superclass with two methods. For </a:t>
            </a:r>
            <a:r>
              <a:rPr sz="1600">
                <a:solidFill>
                  <a:srgbClr val="FFFFFF"/>
                </a:solidFill>
                <a:latin typeface="Consolas"/>
              </a:rPr>
              <a:t>N = 8</a:t>
            </a:r>
            <a:r>
              <a:rPr sz="1600">
                <a:solidFill>
                  <a:srgbClr val="E6E6E6"/>
                </a:solidFill>
                <a:latin typeface="Aptos"/>
              </a:rPr>
              <a:t>, however, we want one extra method because it maps cleanly to a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 bitmask.</a:t>
            </a:r>
          </a:p>
        </p:txBody>
      </p:sp>
      <p:pic>
        <p:nvPicPr>
          <p:cNvPr id="6" name="Picture 5" descr="8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691640"/>
            <a:ext cx="6995160" cy="3899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Copy)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Hardcoded 8, matching the bit width expected by a u8 mask.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constraint-gated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- Methods that only exist when certain constraints are met.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0b1011_0001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