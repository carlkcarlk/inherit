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123444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8001000" y="274320"/>
            <a:ext cx="1051560" cy="6309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>
                <a:solidFill>
                  <a:srgbClr val="141414"/>
                </a:solidFill>
                <a:latin typeface="Aptos"/>
              </a:defRPr>
            </a:pPr>
            <a:r>
              <a:t>Puzzle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812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to union any number of (</a:t>
            </a:r>
            <a:r>
              <a:rPr sz="1600">
                <a:solidFill>
                  <a:srgbClr val="FFFFFF"/>
                </a:solidFill>
                <a:latin typeface="Consolas"/>
              </a:rPr>
              <a:t>RangeSetBlaze&lt;T&gt;</a:t>
            </a:r>
            <a:r>
              <a:rPr sz="1600">
                <a:solidFill>
                  <a:srgbClr val="E6E6E6"/>
                </a:solidFill>
                <a:latin typeface="Aptos"/>
              </a:rPr>
              <a:t>) sets. In OO terms, any collection that is an iterable of </a:t>
            </a:r>
            <a:r>
              <a:rPr sz="1600">
                <a:solidFill>
                  <a:srgbClr val="FFFFFF"/>
                </a:solidFill>
                <a:latin typeface="Consolas"/>
              </a:rPr>
              <a:t>RangeSetBlaze&lt;T&gt;</a:t>
            </a:r>
            <a:r>
              <a:rPr sz="1600">
                <a:solidFill>
                  <a:srgbClr val="E6E6E6"/>
                </a:solidFill>
                <a:latin typeface="Aptos"/>
              </a:rPr>
              <a:t> references should inherit this operation.</a:t>
            </a:r>
          </a:p>
        </p:txBody>
      </p:sp>
      <p:pic>
        <p:nvPicPr>
          <p:cNvPr id="6" name="Picture 5" descr="3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103" y="1691640"/>
            <a:ext cx="595535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use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std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collections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BTreeSet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derive(Debug, Clone)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struct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BTreeSet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Ord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+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Copy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new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    </a:t>
            </a:r>
            <a:r>
              <a:rPr sz="1600">
                <a:solidFill>
                  <a:srgbClr val="DCDCDC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BTreeSet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new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from_values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[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]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    </a:t>
            </a:r>
            <a:r>
              <a:rPr sz="1600">
                <a:solidFill>
                  <a:srgbClr val="DCDCDC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iter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copied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collect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union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other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&amp;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mut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out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clone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DC"/>
                </a:solidFill>
                <a:latin typeface="Consolas"/>
              </a:rPr>
              <a:t>out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extend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other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iter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DCDCDC"/>
                </a:solidFill>
                <a:latin typeface="Consolas"/>
              </a:rPr>
              <a:t>copied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values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out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Borrowed blanket-impl variant: any iterator of &amp;RangeSetBlaze&lt;T&gt;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automatically gains `union` without consuming sets.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Faux-inheritance / "is-a" angle: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If a type `I` satisfies `IntoIterator&lt;Item = &amp;RangeSetBlaze&lt;T&gt;&gt;`,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then `I` automatically "is a" `IntoIterableOfRangeSetRefs` and gets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the `union` method with no per-type impl.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trait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IntoIterableOfRangeSetRefs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IntoIterator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Item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+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Sized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union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-&gt;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where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Ord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+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Copy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+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mut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result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new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set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in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self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    </a:t>
            </a:r>
            <a:r>
              <a:rPr sz="1600">
                <a:solidFill>
                  <a:srgbClr val="DCDCDC"/>
                </a:solidFill>
                <a:latin typeface="Consolas"/>
              </a:rPr>
              <a:t>result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result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C586C0"/>
                </a:solidFill>
                <a:latin typeface="Consolas"/>
              </a:rPr>
              <a:t>union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set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    </a:t>
            </a:r>
            <a:r>
              <a:rPr sz="1600">
                <a:solidFill>
                  <a:srgbClr val="DCDCDC"/>
                </a:solidFill>
                <a:latin typeface="Consolas"/>
              </a:rPr>
              <a:t>result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Any type that can be turned into an iterator of &amp;RangeSetBlaze&lt;T&gt;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automatically is-a IntoIterableOfRangeSetRefs.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impl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IntoIterableOfRangeSetRefs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for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C586C0"/>
                </a:solidFill>
                <a:latin typeface="Consolas"/>
              </a:rPr>
              <a:t>where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I</a:t>
            </a:r>
            <a:r>
              <a:rPr sz="1600">
                <a:solidFill>
                  <a:srgbClr val="DCDCDC"/>
                </a:solidFill>
                <a:latin typeface="Consolas"/>
              </a:rPr>
              <a:t>: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IntoIterator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Item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'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&lt;</a:t>
            </a:r>
            <a:r>
              <a:rPr sz="1600">
                <a:solidFill>
                  <a:srgbClr val="DCDCDC"/>
                </a:solidFill>
                <a:latin typeface="Consolas"/>
              </a:rPr>
              <a:t>T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&gt;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586C0"/>
                </a:solidFill>
                <a:latin typeface="Consolas"/>
              </a:rPr>
              <a:t>fn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main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from_values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[</a:t>
            </a:r>
            <a:r>
              <a:rPr sz="1600">
                <a:solidFill>
                  <a:srgbClr val="B5CEA8"/>
                </a:solidFill>
                <a:latin typeface="Consolas"/>
              </a:rPr>
              <a:t>1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B5CEA8"/>
                </a:solidFill>
                <a:latin typeface="Consolas"/>
              </a:rPr>
              <a:t>2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B5CEA8"/>
                </a:solidFill>
                <a:latin typeface="Consolas"/>
              </a:rPr>
              <a:t>3</a:t>
            </a:r>
            <a:r>
              <a:rPr sz="1600">
                <a:solidFill>
                  <a:srgbClr val="DCDCDC"/>
                </a:solidFill>
                <a:latin typeface="Consolas"/>
              </a:rPr>
              <a:t>]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b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from_values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[</a:t>
            </a:r>
            <a:r>
              <a:rPr sz="1600">
                <a:solidFill>
                  <a:srgbClr val="B5CEA8"/>
                </a:solidFill>
                <a:latin typeface="Consolas"/>
              </a:rPr>
              <a:t>3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B5CEA8"/>
                </a:solidFill>
                <a:latin typeface="Consolas"/>
              </a:rPr>
              <a:t>4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B5CEA8"/>
                </a:solidFill>
                <a:latin typeface="Consolas"/>
              </a:rPr>
              <a:t>5</a:t>
            </a:r>
            <a:r>
              <a:rPr sz="1600">
                <a:solidFill>
                  <a:srgbClr val="DCDCDC"/>
                </a:solidFill>
                <a:latin typeface="Consolas"/>
              </a:rPr>
              <a:t>]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C586C0"/>
                </a:solidFill>
                <a:latin typeface="Consolas"/>
              </a:rPr>
              <a:t>let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c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=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RangeSetBlaze</a:t>
            </a:r>
            <a:r>
              <a:rPr sz="1600">
                <a:solidFill>
                  <a:srgbClr val="DCDCDC"/>
                </a:solidFill>
                <a:latin typeface="Consolas"/>
              </a:rPr>
              <a:t>::</a:t>
            </a:r>
            <a:r>
              <a:rPr sz="1600">
                <a:solidFill>
                  <a:srgbClr val="DCDCDC"/>
                </a:solidFill>
                <a:latin typeface="Consolas"/>
              </a:rPr>
              <a:t>from_values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[</a:t>
            </a:r>
            <a:r>
              <a:rPr sz="1600">
                <a:solidFill>
                  <a:srgbClr val="B5CEA8"/>
                </a:solidFill>
                <a:latin typeface="Consolas"/>
              </a:rPr>
              <a:t>5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B5CEA8"/>
                </a:solidFill>
                <a:latin typeface="Consolas"/>
              </a:rPr>
              <a:t>7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B5CEA8"/>
                </a:solidFill>
                <a:latin typeface="Consolas"/>
              </a:rPr>
              <a:t>9</a:t>
            </a:r>
            <a:r>
              <a:rPr sz="1600">
                <a:solidFill>
                  <a:srgbClr val="DCDCDC"/>
                </a:solidFill>
                <a:latin typeface="Consolas"/>
              </a:rPr>
              <a:t>]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println!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CE9178"/>
                </a:solidFill>
                <a:latin typeface="Consolas"/>
              </a:rPr>
              <a:t>union (Vec refs): {:?}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AA"/>
                </a:solidFill>
                <a:latin typeface="Consolas"/>
              </a:rPr>
              <a:t>vec!</a:t>
            </a:r>
            <a:r>
              <a:rPr sz="1600">
                <a:solidFill>
                  <a:srgbClr val="DCDCDC"/>
                </a:solidFill>
                <a:latin typeface="Consolas"/>
              </a:rPr>
              <a:t>[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b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c</a:t>
            </a:r>
            <a:r>
              <a:rPr sz="1600">
                <a:solidFill>
                  <a:srgbClr val="DCDCDC"/>
                </a:solidFill>
                <a:latin typeface="Consolas"/>
              </a:rPr>
              <a:t>]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C586C0"/>
                </a:solidFill>
                <a:latin typeface="Consolas"/>
              </a:rPr>
              <a:t>union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    </a:t>
            </a:r>
            <a:r>
              <a:rPr sz="1600">
                <a:solidFill>
                  <a:srgbClr val="DCDCAA"/>
                </a:solidFill>
                <a:latin typeface="Consolas"/>
              </a:rPr>
              <a:t>println!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CE9178"/>
                </a:solidFill>
                <a:latin typeface="Consolas"/>
              </a:rPr>
              <a:t>union (array refs): {:?}</a:t>
            </a:r>
            <a:r>
              <a:rPr sz="1600">
                <a:solidFill>
                  <a:srgbClr val="CE9178"/>
                </a:solidFill>
                <a:latin typeface="Consolas"/>
              </a:rPr>
              <a:t>"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[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a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b</a:t>
            </a:r>
            <a:r>
              <a:rPr sz="1600">
                <a:solidFill>
                  <a:srgbClr val="DCDCDC"/>
                </a:solidFill>
                <a:latin typeface="Consolas"/>
              </a:rPr>
              <a:t>,</a:t>
            </a:r>
            <a:r>
              <a:rPr sz="1600">
                <a:solidFill>
                  <a:srgbClr val="DCDCDC"/>
                </a:solidFill>
                <a:latin typeface="Consolas"/>
              </a:rPr>
              <a:t> </a:t>
            </a:r>
            <a:r>
              <a:rPr sz="1600">
                <a:solidFill>
                  <a:srgbClr val="DCDCDC"/>
                </a:solidFill>
                <a:latin typeface="Consolas"/>
              </a:rPr>
              <a:t>&amp;</a:t>
            </a:r>
            <a:r>
              <a:rPr sz="1600">
                <a:solidFill>
                  <a:srgbClr val="DCDCDC"/>
                </a:solidFill>
                <a:latin typeface="Consolas"/>
              </a:rPr>
              <a:t>c</a:t>
            </a:r>
            <a:r>
              <a:rPr sz="1600">
                <a:solidFill>
                  <a:srgbClr val="DCDCDC"/>
                </a:solidFill>
                <a:latin typeface="Consolas"/>
              </a:rPr>
              <a:t>]</a:t>
            </a:r>
            <a:r>
              <a:rPr sz="1600">
                <a:solidFill>
                  <a:srgbClr val="DCDCDC"/>
                </a:solidFill>
                <a:latin typeface="Consolas"/>
              </a:rPr>
              <a:t>.</a:t>
            </a:r>
            <a:r>
              <a:rPr sz="1600">
                <a:solidFill>
                  <a:srgbClr val="C586C0"/>
                </a:solidFill>
                <a:latin typeface="Consolas"/>
              </a:rPr>
              <a:t>union</a:t>
            </a:r>
            <a:r>
              <a:rPr sz="1600">
                <a:solidFill>
                  <a:srgbClr val="DCDCDC"/>
                </a:solidFill>
                <a:latin typeface="Consolas"/>
              </a:rPr>
              <a:t>(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)</a:t>
            </a:r>
            <a:r>
              <a:rPr sz="1600">
                <a:solidFill>
                  <a:srgbClr val="DCDCDC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DCDCD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