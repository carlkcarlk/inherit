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123444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8001000" y="274320"/>
            <a:ext cx="1051560" cy="6309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>
                <a:solidFill>
                  <a:srgbClr val="141414"/>
                </a:solidFill>
                <a:latin typeface="Aptos"/>
              </a:defRPr>
            </a:pPr>
            <a:r>
              <a:t>Puzzle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812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store sets of integers, </a:t>
            </a:r>
            <a:r>
              <a:rPr sz="1600">
                <a:solidFill>
                  <a:srgbClr val="FFFFFF"/>
                </a:solidFill>
                <a:latin typeface="Consolas"/>
              </a:rPr>
              <a:t>u8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i16</a:t>
            </a:r>
            <a:r>
              <a:rPr sz="1600">
                <a:solidFill>
                  <a:srgbClr val="E6E6E6"/>
                </a:solidFill>
                <a:latin typeface="Aptos"/>
              </a:rPr>
              <a:t>, etc.. Every integer type must have functions like </a:t>
            </a:r>
            <a:r>
              <a:rPr sz="1600">
                <a:solidFill>
                  <a:srgbClr val="FFFFFF"/>
                </a:solidFill>
                <a:latin typeface="Consolas"/>
              </a:rPr>
              <a:t>min_value</a:t>
            </a:r>
            <a:r>
              <a:rPr sz="1600">
                <a:solidFill>
                  <a:srgbClr val="E6E6E6"/>
                </a:solidFill>
                <a:latin typeface="Aptos"/>
              </a:rPr>
              <a:t>. We also want all integers to inherit certain other functions such as </a:t>
            </a:r>
            <a:r>
              <a:rPr sz="1600">
                <a:solidFill>
                  <a:srgbClr val="FFFF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E6E6E6"/>
                </a:solidFill>
                <a:latin typeface="Aptos"/>
              </a:rPr>
              <a:t>.</a:t>
            </a:r>
          </a:p>
        </p:txBody>
      </p:sp>
      <p:pic>
        <p:nvPicPr>
          <p:cNvPr id="6" name="Picture 5" descr="1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456" y="1691640"/>
            <a:ext cx="502464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use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std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ops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RangeInclusive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Mini `range-set-blaze` Integer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trait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Integer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Copy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+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Ord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Default behavior inherited by implementors.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Any impl can override this method.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E9178"/>
                </a:solidFill>
                <a:latin typeface="Consolas"/>
              </a:rPr>
              <a:t>/// Returns an exhausted (empty) range`.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exhausted_range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RangeInclusive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AA"/>
                </a:solidFill>
                <a:latin typeface="Consolas"/>
              </a:rPr>
              <a:t>debug_assert!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E9178"/>
                </a:solidFill>
                <a:latin typeface="Consolas"/>
              </a:rPr>
              <a:t>"</a:t>
            </a:r>
            <a:r>
              <a:rPr sz="1600">
                <a:solidFill>
                  <a:srgbClr val="CE9178"/>
                </a:solidFill>
                <a:latin typeface="Consolas"/>
              </a:rPr>
              <a:t>Precondition</a:t>
            </a:r>
            <a:r>
              <a:rPr sz="1600">
                <a:solidFill>
                  <a:srgbClr val="CE9178"/>
                </a:solidFill>
                <a:latin typeface="Consolas"/>
              </a:rPr>
              <a:t>"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..=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Integer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u8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u8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u8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Integer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i16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i16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i16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main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r1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u8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exhausted_range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r2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i16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exhausted_range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assert!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r1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is_empty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assert!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r2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is_empty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