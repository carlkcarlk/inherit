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09560" y="0"/>
            <a:ext cx="123444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8001000" y="274320"/>
            <a:ext cx="1051560" cy="6309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>
                <a:solidFill>
                  <a:srgbClr val="141414"/>
                </a:solidFill>
                <a:latin typeface="Aptos"/>
              </a:defRPr>
            </a:pPr>
            <a:r>
              <a:t>Puzzle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6812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In our library for sets of integers, we require that all integers have certain functions like </a:t>
            </a:r>
            <a:r>
              <a:rPr sz="1600">
                <a:solidFill>
                  <a:srgbClr val="FFFFFF"/>
                </a:solidFill>
                <a:latin typeface="Consolas"/>
              </a:rPr>
              <a:t>min_value</a:t>
            </a:r>
            <a:r>
              <a:rPr sz="1600">
                <a:solidFill>
                  <a:srgbClr val="E6E6E6"/>
                </a:solidFill>
                <a:latin typeface="Aptos"/>
              </a:rPr>
              <a:t>. We also want all integers to inherit certain other functions such as </a:t>
            </a:r>
            <a:r>
              <a:rPr sz="1600">
                <a:solidFill>
                  <a:srgbClr val="FFFFFF"/>
                </a:solidFill>
                <a:latin typeface="Consolas"/>
              </a:rPr>
              <a:t>exhausted_range</a:t>
            </a:r>
            <a:r>
              <a:rPr sz="1600">
                <a:solidFill>
                  <a:srgbClr val="E6E6E6"/>
                </a:solidFill>
                <a:latin typeface="Aptos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69304" y="1618488"/>
            <a:ext cx="5170951" cy="4992624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_puzzl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456" y="1691640"/>
            <a:ext cx="502464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use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std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ops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RangeInclusive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Mini version of `range-set-blaze`'s Integer pattern.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trait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Integer</a:t>
            </a:r>
            <a:r>
              <a:rPr sz="1600">
                <a:solidFill>
                  <a:srgbClr val="DCDCDC"/>
                </a:solidFill>
                <a:latin typeface="Consolas"/>
              </a:rPr>
              <a:t>: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Copy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+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Ord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min_value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-&gt;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max_value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-&gt;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E9178"/>
                </a:solidFill>
                <a:latin typeface="Consolas"/>
              </a:rPr>
              <a:t>/// Returns an exhausted range, which is a range that starts from the maximum value and ends at the minimum value.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E9178"/>
                </a:solidFill>
                <a:latin typeface="Consolas"/>
              </a:rPr>
              <a:t>/// This results in an empty range.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Default behavior inherited by implementors.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Any impl can override this method if it needs specialized behavior.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exhausted_range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-&gt;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RangeInclusive</a:t>
            </a:r>
            <a:r>
              <a:rPr sz="1600">
                <a:solidFill>
                  <a:srgbClr val="DCDCDC"/>
                </a:solidFill>
                <a:latin typeface="Consolas"/>
              </a:rPr>
              <a:t>&lt;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&gt;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DCDCAA"/>
                </a:solidFill>
                <a:latin typeface="Consolas"/>
              </a:rPr>
              <a:t>debug_assert!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min_value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&lt;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max_value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Precondition violated: min_value must be less than max_value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max_value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..=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min_value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impl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Integer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for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u8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min_value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-&gt;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C586C0"/>
                </a:solidFill>
                <a:latin typeface="Consolas"/>
              </a:rPr>
              <a:t>u8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MIN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max_value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-&gt;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C586C0"/>
                </a:solidFill>
                <a:latin typeface="Consolas"/>
              </a:rPr>
              <a:t>u8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MAX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impl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Integer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for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i16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min_value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-&gt;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C586C0"/>
                </a:solidFill>
                <a:latin typeface="Consolas"/>
              </a:rPr>
              <a:t>i16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MIN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max_value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-&gt;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C586C0"/>
                </a:solidFill>
                <a:latin typeface="Consolas"/>
              </a:rPr>
              <a:t>i16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MAX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main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let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r1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=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u8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exhausted_range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let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r2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=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i16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exhausted_range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AA"/>
                </a:solidFill>
                <a:latin typeface="Consolas"/>
              </a:rPr>
              <a:t>println!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u8 exhausted range is empty: {}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r1</a:t>
            </a:r>
            <a:r>
              <a:rPr sz="1600">
                <a:solidFill>
                  <a:srgbClr val="DCDCDC"/>
                </a:solidFill>
                <a:latin typeface="Consolas"/>
              </a:rPr>
              <a:t>.</a:t>
            </a:r>
            <a:r>
              <a:rPr sz="1600">
                <a:solidFill>
                  <a:srgbClr val="DCDCDC"/>
                </a:solidFill>
                <a:latin typeface="Consolas"/>
              </a:rPr>
              <a:t>is_empty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AA"/>
                </a:solidFill>
                <a:latin typeface="Consolas"/>
              </a:rPr>
              <a:t>println!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i16 exhausted range is empty: {}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r2</a:t>
            </a:r>
            <a:r>
              <a:rPr sz="1600">
                <a:solidFill>
                  <a:srgbClr val="DCDCDC"/>
                </a:solidFill>
                <a:latin typeface="Consolas"/>
              </a:rPr>
              <a:t>.</a:t>
            </a:r>
            <a:r>
              <a:rPr sz="1600">
                <a:solidFill>
                  <a:srgbClr val="DCDCDC"/>
                </a:solidFill>
                <a:latin typeface="Consolas"/>
              </a:rPr>
              <a:t>is_empty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