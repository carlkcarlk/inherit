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 small </a:t>
            </a:r>
            <a:r>
              <a:rPr sz="1600">
                <a:solidFill>
                  <a:srgbClr val="FFFFFF"/>
                </a:solidFill>
                <a:latin typeface="Consolas"/>
              </a:rPr>
              <a:t>LedLevel</a:t>
            </a:r>
            <a:r>
              <a:rPr sz="1600">
                <a:solidFill>
                  <a:srgbClr val="E6E6E6"/>
                </a:solidFill>
                <a:latin typeface="Aptos"/>
              </a:rPr>
              <a:t> type with two values (</a:t>
            </a:r>
            <a:r>
              <a:rPr sz="1600">
                <a:solidFill>
                  <a:srgbClr val="FFFFFF"/>
                </a:solidFill>
                <a:latin typeface="Consolas"/>
              </a:rPr>
              <a:t>On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Off</a:t>
            </a:r>
            <a:r>
              <a:rPr sz="1600">
                <a:solidFill>
                  <a:srgbClr val="E6E6E6"/>
                </a:solidFill>
                <a:latin typeface="Aptos"/>
              </a:rPr>
              <a:t>) that automatically participates in common behaviors (default value, debugging output, equality/order comparisons, hashing, copy/clone).</a:t>
            </a:r>
          </a:p>
        </p:txBody>
      </p:sp>
      <p:pic>
        <p:nvPicPr>
          <p:cNvPr id="6" name="Picture 5" descr="4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28819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Mini version of device-envoy's LedLevel derive pattern.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This is not class inheritance; derive generates trait implementations for us.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"is-a" framing: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LedLevel is-a Default trait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LedLevel is-a Debug trait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LedLevel is-a Clone/Copy traits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LedLevel is-a Eq/Ord/Hash traits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How to think about it: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- 1a (default methods): reuse comes from code inside a trait definition.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- 1d (derive): reuse comes from macro-generated impl blocks.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So this is behavior reuse through traits, but generated instead of handwritten.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derive(Clone, Copy, Debug, Eq, Hash, Ord, PartialEq, PartialOrd, Default)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enum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LedLevel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default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main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default_level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LedLevel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default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LedLevel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LedLevel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assert_eq!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default_level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LedLevel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assert_ne!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`Copy` + `Clone` come from derive too.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copied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cloned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clone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assert_eq!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copied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on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assert_eq!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cloned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off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