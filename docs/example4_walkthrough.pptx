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43800" y="0"/>
            <a:ext cx="160020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 rot="16200000">
            <a:off x="7616952" y="274320"/>
            <a:ext cx="1453896" cy="6309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>
                <a:solidFill>
                  <a:srgbClr val="141414"/>
                </a:solidFill>
                <a:latin typeface="Aptos"/>
              </a:defRPr>
            </a:pPr>
            <a:r>
              <a:t>Puzzle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6446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We want a small </a:t>
            </a:r>
            <a:r>
              <a:rPr sz="1600">
                <a:solidFill>
                  <a:srgbClr val="FFFFFF"/>
                </a:solidFill>
                <a:latin typeface="Consolas"/>
              </a:rPr>
              <a:t>LedLevel</a:t>
            </a:r>
            <a:r>
              <a:rPr sz="1600">
                <a:solidFill>
                  <a:srgbClr val="E6E6E6"/>
                </a:solidFill>
                <a:latin typeface="Aptos"/>
              </a:rPr>
              <a:t> enum type with two values (</a:t>
            </a:r>
            <a:r>
              <a:rPr sz="1600">
                <a:solidFill>
                  <a:srgbClr val="FFFFFF"/>
                </a:solidFill>
                <a:latin typeface="Consolas"/>
              </a:rPr>
              <a:t>On</a:t>
            </a:r>
            <a:r>
              <a:rPr sz="1600">
                <a:solidFill>
                  <a:srgbClr val="E6E6E6"/>
                </a:solidFill>
                <a:latin typeface="Aptos"/>
              </a:rPr>
              <a:t>, </a:t>
            </a:r>
            <a:r>
              <a:rPr sz="1600">
                <a:solidFill>
                  <a:srgbClr val="FFFFFF"/>
                </a:solidFill>
                <a:latin typeface="Consolas"/>
              </a:rPr>
              <a:t>Off</a:t>
            </a:r>
            <a:r>
              <a:rPr sz="1600">
                <a:solidFill>
                  <a:srgbClr val="E6E6E6"/>
                </a:solidFill>
                <a:latin typeface="Aptos"/>
              </a:rPr>
              <a:t>) that automatically participates in common behaviors (default value, debugging output, equality/order comparisons, hashing, copy/clone).</a:t>
            </a:r>
          </a:p>
        </p:txBody>
      </p:sp>
      <p:pic>
        <p:nvPicPr>
          <p:cNvPr id="6" name="Picture 5" descr="4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9" y="1691640"/>
            <a:ext cx="6995160" cy="28819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TECHNIQUE NAME: derive-generated implementation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#[</a:t>
            </a:r>
            <a:r>
              <a:rPr sz="1600">
                <a:solidFill>
                  <a:srgbClr val="6A9955"/>
                </a:solidFill>
                <a:latin typeface="Consolas"/>
              </a:rPr>
              <a:t>derive(Clone, Copy, Debug, Eq, Hash, Ord, PartialEq, PartialOrd, Default)</a:t>
            </a:r>
            <a:r>
              <a:rPr sz="1600">
                <a:solidFill>
                  <a:srgbClr val="6A9955"/>
                </a:solidFill>
                <a:latin typeface="Consolas"/>
              </a:rPr>
              <a:t>]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enum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LedLevel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On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#[</a:t>
            </a:r>
            <a:r>
              <a:rPr sz="1600">
                <a:solidFill>
                  <a:srgbClr val="6A9955"/>
                </a:solidFill>
                <a:latin typeface="Consolas"/>
              </a:rPr>
              <a:t>default</a:t>
            </a:r>
            <a:r>
              <a:rPr sz="1600">
                <a:solidFill>
                  <a:srgbClr val="6A9955"/>
                </a:solidFill>
                <a:latin typeface="Consolas"/>
              </a:rPr>
              <a:t>]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Off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main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default_level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LedLevel</a:t>
            </a:r>
            <a:r>
              <a:rPr sz="1600">
                <a:solidFill>
                  <a:srgbClr val="EEFFFF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default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LedLevel</a:t>
            </a:r>
            <a:r>
              <a:rPr sz="1600">
                <a:solidFill>
                  <a:srgbClr val="EEFFFF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On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off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LedLevel</a:t>
            </a:r>
            <a:r>
              <a:rPr sz="1600">
                <a:solidFill>
                  <a:srgbClr val="EEFFFF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Off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default_level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LedLevel</a:t>
            </a:r>
            <a:r>
              <a:rPr sz="1600">
                <a:solidFill>
                  <a:srgbClr val="EEFFFF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Off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assert_ne!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on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off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off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on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`Copy` + `Clone` come from derive too.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copied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on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cloned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off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clone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copied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on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cloned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off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